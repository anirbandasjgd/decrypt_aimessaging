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5" r:id="rId4"/>
  </p:sldMasterIdLst>
  <p:notesMasterIdLst>
    <p:notesMasterId r:id="rId22"/>
  </p:notesMasterIdLst>
  <p:handoutMasterIdLst>
    <p:handoutMasterId r:id="rId23"/>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8" r:id="rId20"/>
    <p:sldId id="25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mart Office Assistant — Project Presentation" id="{CFA153D1-41DC-4C08-B9CC-0854DBF1D6DB}">
          <p14:sldIdLst>
            <p14:sldId id="2561"/>
          </p14:sldIdLst>
        </p14:section>
        <p14:section name="Smart Office Assistant Overview" id="{CAD20422-0BE8-441A-B3F4-05FBA05748E7}">
          <p14:sldIdLst>
            <p14:sldId id="2562"/>
            <p14:sldId id="2563"/>
          </p14:sldIdLst>
        </p14:section>
        <p14:section name="Presentation Roadmap" id="{32DE6AB3-D151-4C29-81D5-95C0AED2D41D}">
          <p14:sldIdLst>
            <p14:sldId id="2564"/>
            <p14:sldId id="2565"/>
          </p14:sldIdLst>
        </p14:section>
        <p14:section name="System Requirements" id="{E854F711-99A8-41BD-8230-6CED7D190FC3}">
          <p14:sldIdLst>
            <p14:sldId id="2566"/>
            <p14:sldId id="2567"/>
            <p14:sldId id="2568"/>
            <p14:sldId id="2569"/>
          </p14:sldIdLst>
        </p14:section>
        <p14:section name="Implemented Functionality" id="{0CC22128-8F94-4FD5-8D1A-390A1F5FDEEE}">
          <p14:sldIdLst>
            <p14:sldId id="2570"/>
            <p14:sldId id="2571"/>
            <p14:sldId id="2572"/>
            <p14:sldId id="2573"/>
            <p14:sldId id="2574"/>
          </p14:sldIdLst>
        </p14:section>
        <p14:section name="System Architecture" id="{7024342B-5347-4B9E-B7A1-3E27B8D8225F}">
          <p14:sldIdLst>
            <p14:sldId id="2575"/>
            <p14:sldId id="2578"/>
            <p14:sldId id="2576"/>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0281B5-AF9D-4B97-AF0D-902DBFEF80BF}" v="19" dt="2026-02-20T01:03:19.805"/>
    <p1510:client id="{E8955028-1FE5-6D1D-5EC8-4B245760631D}" v="86" dt="2026-02-20T01:23:09.717"/>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tin Sood" userId="S::nitin.sood@niceactimize.com::fee4d118-12e4-4780-baaa-053b001be47c" providerId="AD" clId="Web-{E8955028-1FE5-6D1D-5EC8-4B245760631D}"/>
    <pc:docChg chg="addSld delSld modSld modSection">
      <pc:chgData name="Nitin Sood" userId="S::nitin.sood@niceactimize.com::fee4d118-12e4-4780-baaa-053b001be47c" providerId="AD" clId="Web-{E8955028-1FE5-6D1D-5EC8-4B245760631D}" dt="2026-02-20T01:23:09.717" v="83"/>
      <pc:docMkLst>
        <pc:docMk/>
      </pc:docMkLst>
      <pc:sldChg chg="modSp">
        <pc:chgData name="Nitin Sood" userId="S::nitin.sood@niceactimize.com::fee4d118-12e4-4780-baaa-053b001be47c" providerId="AD" clId="Web-{E8955028-1FE5-6D1D-5EC8-4B245760631D}" dt="2026-02-20T01:14:16.705" v="8"/>
        <pc:sldMkLst>
          <pc:docMk/>
          <pc:sldMk cId="1076376655" sldId="2563"/>
        </pc:sldMkLst>
        <pc:spChg chg="mod">
          <ac:chgData name="Nitin Sood" userId="S::nitin.sood@niceactimize.com::fee4d118-12e4-4780-baaa-053b001be47c" providerId="AD" clId="Web-{E8955028-1FE5-6D1D-5EC8-4B245760631D}" dt="2026-02-20T01:14:16.705" v="8"/>
          <ac:spMkLst>
            <pc:docMk/>
            <pc:sldMk cId="1076376655" sldId="2563"/>
            <ac:spMk id="4" creationId="{54179657-C063-0318-92F1-D8A17D08459D}"/>
          </ac:spMkLst>
        </pc:spChg>
      </pc:sldChg>
      <pc:sldChg chg="modSp">
        <pc:chgData name="Nitin Sood" userId="S::nitin.sood@niceactimize.com::fee4d118-12e4-4780-baaa-053b001be47c" providerId="AD" clId="Web-{E8955028-1FE5-6D1D-5EC8-4B245760631D}" dt="2026-02-20T01:23:09.717" v="83"/>
        <pc:sldMkLst>
          <pc:docMk/>
          <pc:sldMk cId="3552138393" sldId="2565"/>
        </pc:sldMkLst>
        <pc:spChg chg="mod">
          <ac:chgData name="Nitin Sood" userId="S::nitin.sood@niceactimize.com::fee4d118-12e4-4780-baaa-053b001be47c" providerId="AD" clId="Web-{E8955028-1FE5-6D1D-5EC8-4B245760631D}" dt="2026-02-20T01:23:09.717" v="83"/>
          <ac:spMkLst>
            <pc:docMk/>
            <pc:sldMk cId="3552138393" sldId="2565"/>
            <ac:spMk id="4" creationId="{530538D4-A245-0EC4-204D-A22F18E47D18}"/>
          </ac:spMkLst>
        </pc:spChg>
      </pc:sldChg>
      <pc:sldChg chg="modSp">
        <pc:chgData name="Nitin Sood" userId="S::nitin.sood@niceactimize.com::fee4d118-12e4-4780-baaa-053b001be47c" providerId="AD" clId="Web-{E8955028-1FE5-6D1D-5EC8-4B245760631D}" dt="2026-02-20T01:15:08.910" v="36"/>
        <pc:sldMkLst>
          <pc:docMk/>
          <pc:sldMk cId="4062369129" sldId="2567"/>
        </pc:sldMkLst>
        <pc:spChg chg="mod">
          <ac:chgData name="Nitin Sood" userId="S::nitin.sood@niceactimize.com::fee4d118-12e4-4780-baaa-053b001be47c" providerId="AD" clId="Web-{E8955028-1FE5-6D1D-5EC8-4B245760631D}" dt="2026-02-20T01:15:08.910" v="36"/>
          <ac:spMkLst>
            <pc:docMk/>
            <pc:sldMk cId="4062369129" sldId="2567"/>
            <ac:spMk id="4" creationId="{7AB5EFC1-FEF5-082A-F61A-2BA534CBC9B3}"/>
          </ac:spMkLst>
        </pc:spChg>
      </pc:sldChg>
      <pc:sldChg chg="modSp">
        <pc:chgData name="Nitin Sood" userId="S::nitin.sood@niceactimize.com::fee4d118-12e4-4780-baaa-053b001be47c" providerId="AD" clId="Web-{E8955028-1FE5-6D1D-5EC8-4B245760631D}" dt="2026-02-20T01:15:23.395" v="41"/>
        <pc:sldMkLst>
          <pc:docMk/>
          <pc:sldMk cId="1742497282" sldId="2568"/>
        </pc:sldMkLst>
        <pc:spChg chg="mod">
          <ac:chgData name="Nitin Sood" userId="S::nitin.sood@niceactimize.com::fee4d118-12e4-4780-baaa-053b001be47c" providerId="AD" clId="Web-{E8955028-1FE5-6D1D-5EC8-4B245760631D}" dt="2026-02-20T01:15:23.395" v="41"/>
          <ac:spMkLst>
            <pc:docMk/>
            <pc:sldMk cId="1742497282" sldId="2568"/>
            <ac:spMk id="4" creationId="{434A0B29-CADD-F609-F33D-257CAD87AA4F}"/>
          </ac:spMkLst>
        </pc:spChg>
      </pc:sldChg>
      <pc:sldChg chg="modSp">
        <pc:chgData name="Nitin Sood" userId="S::nitin.sood@niceactimize.com::fee4d118-12e4-4780-baaa-053b001be47c" providerId="AD" clId="Web-{E8955028-1FE5-6D1D-5EC8-4B245760631D}" dt="2026-02-20T01:15:36.707" v="46"/>
        <pc:sldMkLst>
          <pc:docMk/>
          <pc:sldMk cId="3703239825" sldId="2569"/>
        </pc:sldMkLst>
        <pc:spChg chg="mod">
          <ac:chgData name="Nitin Sood" userId="S::nitin.sood@niceactimize.com::fee4d118-12e4-4780-baaa-053b001be47c" providerId="AD" clId="Web-{E8955028-1FE5-6D1D-5EC8-4B245760631D}" dt="2026-02-20T01:15:36.707" v="46"/>
          <ac:spMkLst>
            <pc:docMk/>
            <pc:sldMk cId="3703239825" sldId="2569"/>
            <ac:spMk id="4" creationId="{8C78C0B9-3D9F-59C3-C792-0AEB20F85504}"/>
          </ac:spMkLst>
        </pc:spChg>
      </pc:sldChg>
      <pc:sldChg chg="modSp">
        <pc:chgData name="Nitin Sood" userId="S::nitin.sood@niceactimize.com::fee4d118-12e4-4780-baaa-053b001be47c" providerId="AD" clId="Web-{E8955028-1FE5-6D1D-5EC8-4B245760631D}" dt="2026-02-20T01:15:50.942" v="51"/>
        <pc:sldMkLst>
          <pc:docMk/>
          <pc:sldMk cId="674766396" sldId="2571"/>
        </pc:sldMkLst>
        <pc:spChg chg="mod">
          <ac:chgData name="Nitin Sood" userId="S::nitin.sood@niceactimize.com::fee4d118-12e4-4780-baaa-053b001be47c" providerId="AD" clId="Web-{E8955028-1FE5-6D1D-5EC8-4B245760631D}" dt="2026-02-20T01:15:50.942" v="51"/>
          <ac:spMkLst>
            <pc:docMk/>
            <pc:sldMk cId="674766396" sldId="2571"/>
            <ac:spMk id="4" creationId="{9CEE3B24-5CE0-8E9B-190D-292CF91234FC}"/>
          </ac:spMkLst>
        </pc:spChg>
      </pc:sldChg>
      <pc:sldChg chg="modSp">
        <pc:chgData name="Nitin Sood" userId="S::nitin.sood@niceactimize.com::fee4d118-12e4-4780-baaa-053b001be47c" providerId="AD" clId="Web-{E8955028-1FE5-6D1D-5EC8-4B245760631D}" dt="2026-02-20T01:16:02.021" v="56"/>
        <pc:sldMkLst>
          <pc:docMk/>
          <pc:sldMk cId="1308470046" sldId="2572"/>
        </pc:sldMkLst>
        <pc:spChg chg="mod">
          <ac:chgData name="Nitin Sood" userId="S::nitin.sood@niceactimize.com::fee4d118-12e4-4780-baaa-053b001be47c" providerId="AD" clId="Web-{E8955028-1FE5-6D1D-5EC8-4B245760631D}" dt="2026-02-20T01:16:02.021" v="56"/>
          <ac:spMkLst>
            <pc:docMk/>
            <pc:sldMk cId="1308470046" sldId="2572"/>
            <ac:spMk id="4" creationId="{A73C5EA2-FCA3-149D-AB4D-CAC40CDE5D1C}"/>
          </ac:spMkLst>
        </pc:spChg>
      </pc:sldChg>
      <pc:sldChg chg="modSp">
        <pc:chgData name="Nitin Sood" userId="S::nitin.sood@niceactimize.com::fee4d118-12e4-4780-baaa-053b001be47c" providerId="AD" clId="Web-{E8955028-1FE5-6D1D-5EC8-4B245760631D}" dt="2026-02-20T01:16:14.318" v="61"/>
        <pc:sldMkLst>
          <pc:docMk/>
          <pc:sldMk cId="2771395457" sldId="2573"/>
        </pc:sldMkLst>
        <pc:spChg chg="mod">
          <ac:chgData name="Nitin Sood" userId="S::nitin.sood@niceactimize.com::fee4d118-12e4-4780-baaa-053b001be47c" providerId="AD" clId="Web-{E8955028-1FE5-6D1D-5EC8-4B245760631D}" dt="2026-02-20T01:16:14.318" v="61"/>
          <ac:spMkLst>
            <pc:docMk/>
            <pc:sldMk cId="2771395457" sldId="2573"/>
            <ac:spMk id="4" creationId="{0676947A-7C29-2688-2F1C-1486F3067FE2}"/>
          </ac:spMkLst>
        </pc:spChg>
      </pc:sldChg>
      <pc:sldChg chg="modSp">
        <pc:chgData name="Nitin Sood" userId="S::nitin.sood@niceactimize.com::fee4d118-12e4-4780-baaa-053b001be47c" providerId="AD" clId="Web-{E8955028-1FE5-6D1D-5EC8-4B245760631D}" dt="2026-02-20T01:16:24.959" v="66"/>
        <pc:sldMkLst>
          <pc:docMk/>
          <pc:sldMk cId="3762283025" sldId="2574"/>
        </pc:sldMkLst>
        <pc:spChg chg="mod">
          <ac:chgData name="Nitin Sood" userId="S::nitin.sood@niceactimize.com::fee4d118-12e4-4780-baaa-053b001be47c" providerId="AD" clId="Web-{E8955028-1FE5-6D1D-5EC8-4B245760631D}" dt="2026-02-20T01:16:24.959" v="66"/>
          <ac:spMkLst>
            <pc:docMk/>
            <pc:sldMk cId="3762283025" sldId="2574"/>
            <ac:spMk id="4" creationId="{91E18B68-B8FA-F3DF-33F5-69306F1CDE3B}"/>
          </ac:spMkLst>
        </pc:spChg>
      </pc:sldChg>
      <pc:sldChg chg="modSp">
        <pc:chgData name="Nitin Sood" userId="S::nitin.sood@niceactimize.com::fee4d118-12e4-4780-baaa-053b001be47c" providerId="AD" clId="Web-{E8955028-1FE5-6D1D-5EC8-4B245760631D}" dt="2026-02-20T01:16:39.193" v="71"/>
        <pc:sldMkLst>
          <pc:docMk/>
          <pc:sldMk cId="1054016821" sldId="2576"/>
        </pc:sldMkLst>
        <pc:spChg chg="mod">
          <ac:chgData name="Nitin Sood" userId="S::nitin.sood@niceactimize.com::fee4d118-12e4-4780-baaa-053b001be47c" providerId="AD" clId="Web-{E8955028-1FE5-6D1D-5EC8-4B245760631D}" dt="2026-02-20T01:16:39.193" v="71"/>
          <ac:spMkLst>
            <pc:docMk/>
            <pc:sldMk cId="1054016821" sldId="2576"/>
            <ac:spMk id="4" creationId="{6BDCA5AA-18B3-AF43-DFA2-D0E4D2A4F3E7}"/>
          </ac:spMkLst>
        </pc:spChg>
      </pc:sldChg>
      <pc:sldChg chg="new del">
        <pc:chgData name="Nitin Sood" userId="S::nitin.sood@niceactimize.com::fee4d118-12e4-4780-baaa-053b001be47c" providerId="AD" clId="Web-{E8955028-1FE5-6D1D-5EC8-4B245760631D}" dt="2026-02-20T01:17:13.647" v="74"/>
        <pc:sldMkLst>
          <pc:docMk/>
          <pc:sldMk cId="3388924967" sldId="2577"/>
        </pc:sldMkLst>
      </pc:sldChg>
      <pc:sldChg chg="new">
        <pc:chgData name="Nitin Sood" userId="S::nitin.sood@niceactimize.com::fee4d118-12e4-4780-baaa-053b001be47c" providerId="AD" clId="Web-{E8955028-1FE5-6D1D-5EC8-4B245760631D}" dt="2026-02-20T01:17:08.335" v="73"/>
        <pc:sldMkLst>
          <pc:docMk/>
          <pc:sldMk cId="3232805098" sldId="2578"/>
        </pc:sldMkLst>
      </pc:sldChg>
    </pc:docChg>
  </pc:docChgLst>
  <pc:docChgLst>
    <pc:chgData clId="Web-{390281B5-AF9D-4B97-AF0D-902DBFEF80BF}"/>
    <pc:docChg chg="addSld delSld modSld addSection">
      <pc:chgData name="" userId="" providerId="" clId="Web-{390281B5-AF9D-4B97-AF0D-902DBFEF80BF}" dt="2026-02-20T01:03:19.805" v="19" actId="34807"/>
      <pc:docMkLst>
        <pc:docMk/>
      </pc:docMkLst>
      <pc:sldChg chg="del">
        <pc:chgData name="" userId="" providerId="" clId="Web-{390281B5-AF9D-4B97-AF0D-902DBFEF80BF}" dt="2026-02-20T01:03:19.711" v="0" actId="34807"/>
        <pc:sldMkLst>
          <pc:docMk/>
          <pc:sldMk cId="1639823776" sldId="256"/>
        </pc:sldMkLst>
      </pc:sldChg>
      <pc:sldChg chg="modSp add mod modClrScheme addAnim chgLayout">
        <pc:chgData name="" userId="" providerId="" clId="Web-{390281B5-AF9D-4B97-AF0D-902DBFEF80BF}" dt="2026-02-20T01:03:19.789" v="4" actId="34807"/>
        <pc:sldMkLst>
          <pc:docMk/>
          <pc:sldMk cId="313285525" sldId="2561"/>
        </pc:sldMkLst>
        <pc:spChg chg="mod">
          <ac:chgData name="" userId="" providerId="" clId="Web-{390281B5-AF9D-4B97-AF0D-902DBFEF80BF}" dt="2026-02-20T01:03:19.789" v="1" actId="34807"/>
          <ac:spMkLst>
            <pc:docMk/>
            <pc:sldMk cId="313285525" sldId="2561"/>
            <ac:spMk id="2" creationId="{1D5E1B43-F444-C787-D9C5-7D1F79C4A8F3}"/>
          </ac:spMkLst>
        </pc:spChg>
        <pc:spChg chg="mod">
          <ac:chgData name="" userId="" providerId="" clId="Web-{390281B5-AF9D-4B97-AF0D-902DBFEF80BF}" dt="2026-02-20T01:03:19.789" v="1" actId="34807"/>
          <ac:spMkLst>
            <pc:docMk/>
            <pc:sldMk cId="313285525" sldId="2561"/>
            <ac:spMk id="3" creationId="{73D90513-86DE-4DF7-768D-B4BACF4A52A7}"/>
          </ac:spMkLst>
        </pc:spChg>
        <pc:picChg chg="mod">
          <ac:chgData name="" userId="" providerId="" clId="Web-{390281B5-AF9D-4B97-AF0D-902DBFEF80BF}" dt="2026-02-20T01:03:19.789" v="1" actId="34807"/>
          <ac:picMkLst>
            <pc:docMk/>
            <pc:sldMk cId="313285525" sldId="2561"/>
            <ac:picMk id="5" creationId="{8CB8506F-CE3C-4897-9696-06A3F8454299}"/>
          </ac:picMkLst>
        </pc:picChg>
      </pc:sldChg>
      <pc:sldChg chg="modSp add mod modTransition modClrScheme addAnim chgLayout">
        <pc:chgData name="" userId="" providerId="" clId="Web-{390281B5-AF9D-4B97-AF0D-902DBFEF80BF}" dt="2026-02-20T01:03:19.789" v="5" actId="34807"/>
        <pc:sldMkLst>
          <pc:docMk/>
          <pc:sldMk cId="1969628049" sldId="2562"/>
        </pc:sldMkLst>
        <pc:spChg chg="mod">
          <ac:chgData name="" userId="" providerId="" clId="Web-{390281B5-AF9D-4B97-AF0D-902DBFEF80BF}" dt="2026-02-20T01:03:19.789" v="1" actId="34807"/>
          <ac:spMkLst>
            <pc:docMk/>
            <pc:sldMk cId="1969628049" sldId="2562"/>
            <ac:spMk id="2" creationId="{60922878-A1D5-4719-72AF-705579D4D180}"/>
          </ac:spMkLst>
        </pc:spChg>
      </pc:sldChg>
      <pc:sldChg chg="modSp add mod modTransition modClrScheme addAnim chgLayout">
        <pc:chgData name="" userId="" providerId="" clId="Web-{390281B5-AF9D-4B97-AF0D-902DBFEF80BF}" dt="2026-02-20T01:03:19.805" v="6" actId="34807"/>
        <pc:sldMkLst>
          <pc:docMk/>
          <pc:sldMk cId="1076376655" sldId="2563"/>
        </pc:sldMkLst>
        <pc:spChg chg="mod">
          <ac:chgData name="" userId="" providerId="" clId="Web-{390281B5-AF9D-4B97-AF0D-902DBFEF80BF}" dt="2026-02-20T01:03:19.789" v="1" actId="34807"/>
          <ac:spMkLst>
            <pc:docMk/>
            <pc:sldMk cId="1076376655" sldId="2563"/>
            <ac:spMk id="2" creationId="{D43C3165-8856-6D81-9320-02ECFF25BB63}"/>
          </ac:spMkLst>
        </pc:spChg>
        <pc:spChg chg="mod">
          <ac:chgData name="" userId="" providerId="" clId="Web-{390281B5-AF9D-4B97-AF0D-902DBFEF80BF}" dt="2026-02-20T01:03:19.789" v="1" actId="34807"/>
          <ac:spMkLst>
            <pc:docMk/>
            <pc:sldMk cId="1076376655" sldId="2563"/>
            <ac:spMk id="4" creationId="{54179657-C063-0318-92F1-D8A17D08459D}"/>
          </ac:spMkLst>
        </pc:spChg>
        <pc:picChg chg="mod">
          <ac:chgData name="" userId="" providerId="" clId="Web-{390281B5-AF9D-4B97-AF0D-902DBFEF80BF}" dt="2026-02-20T01:03:19.789" v="1" actId="34807"/>
          <ac:picMkLst>
            <pc:docMk/>
            <pc:sldMk cId="1076376655" sldId="2563"/>
            <ac:picMk id="5" creationId="{AA93BF28-89E9-4755-AFC8-9DCF5E214887}"/>
          </ac:picMkLst>
        </pc:picChg>
      </pc:sldChg>
      <pc:sldChg chg="modSp add mod modTransition modClrScheme addAnim chgLayout">
        <pc:chgData name="" userId="" providerId="" clId="Web-{390281B5-AF9D-4B97-AF0D-902DBFEF80BF}" dt="2026-02-20T01:03:19.805" v="7" actId="34807"/>
        <pc:sldMkLst>
          <pc:docMk/>
          <pc:sldMk cId="3737068503" sldId="2564"/>
        </pc:sldMkLst>
        <pc:spChg chg="mod">
          <ac:chgData name="" userId="" providerId="" clId="Web-{390281B5-AF9D-4B97-AF0D-902DBFEF80BF}" dt="2026-02-20T01:03:19.789" v="1" actId="34807"/>
          <ac:spMkLst>
            <pc:docMk/>
            <pc:sldMk cId="3737068503" sldId="2564"/>
            <ac:spMk id="2" creationId="{D80403E7-495D-D949-1218-75C425092C97}"/>
          </ac:spMkLst>
        </pc:spChg>
      </pc:sldChg>
      <pc:sldChg chg="modSp add mod modTransition modClrScheme addAnim chgLayout">
        <pc:chgData name="" userId="" providerId="" clId="Web-{390281B5-AF9D-4B97-AF0D-902DBFEF80BF}" dt="2026-02-20T01:03:19.805" v="8" actId="34807"/>
        <pc:sldMkLst>
          <pc:docMk/>
          <pc:sldMk cId="3552138393" sldId="2565"/>
        </pc:sldMkLst>
        <pc:spChg chg="mod">
          <ac:chgData name="" userId="" providerId="" clId="Web-{390281B5-AF9D-4B97-AF0D-902DBFEF80BF}" dt="2026-02-20T01:03:19.789" v="1" actId="34807"/>
          <ac:spMkLst>
            <pc:docMk/>
            <pc:sldMk cId="3552138393" sldId="2565"/>
            <ac:spMk id="2" creationId="{92DBE128-0FE9-5EE3-48A7-5F1F8F5DD339}"/>
          </ac:spMkLst>
        </pc:spChg>
        <pc:spChg chg="mod">
          <ac:chgData name="" userId="" providerId="" clId="Web-{390281B5-AF9D-4B97-AF0D-902DBFEF80BF}" dt="2026-02-20T01:03:19.789" v="1" actId="34807"/>
          <ac:spMkLst>
            <pc:docMk/>
            <pc:sldMk cId="3552138393" sldId="2565"/>
            <ac:spMk id="4" creationId="{530538D4-A245-0EC4-204D-A22F18E47D18}"/>
          </ac:spMkLst>
        </pc:spChg>
        <pc:picChg chg="mod">
          <ac:chgData name="" userId="" providerId="" clId="Web-{390281B5-AF9D-4B97-AF0D-902DBFEF80BF}" dt="2026-02-20T01:03:19.789" v="1" actId="34807"/>
          <ac:picMkLst>
            <pc:docMk/>
            <pc:sldMk cId="3552138393" sldId="2565"/>
            <ac:picMk id="5" creationId="{1B91A068-AD16-4B09-81A1-4176ED39BF5B}"/>
          </ac:picMkLst>
        </pc:picChg>
      </pc:sldChg>
      <pc:sldChg chg="modSp add mod modTransition modClrScheme addAnim chgLayout">
        <pc:chgData name="" userId="" providerId="" clId="Web-{390281B5-AF9D-4B97-AF0D-902DBFEF80BF}" dt="2026-02-20T01:03:19.805" v="9" actId="34807"/>
        <pc:sldMkLst>
          <pc:docMk/>
          <pc:sldMk cId="2493040434" sldId="2566"/>
        </pc:sldMkLst>
        <pc:spChg chg="mod">
          <ac:chgData name="" userId="" providerId="" clId="Web-{390281B5-AF9D-4B97-AF0D-902DBFEF80BF}" dt="2026-02-20T01:03:19.789" v="1" actId="34807"/>
          <ac:spMkLst>
            <pc:docMk/>
            <pc:sldMk cId="2493040434" sldId="2566"/>
            <ac:spMk id="2" creationId="{C78323B4-7FE2-F3F5-85F6-D116DE1AB39C}"/>
          </ac:spMkLst>
        </pc:spChg>
      </pc:sldChg>
      <pc:sldChg chg="modSp add mod modTransition modClrScheme addAnim chgLayout">
        <pc:chgData name="" userId="" providerId="" clId="Web-{390281B5-AF9D-4B97-AF0D-902DBFEF80BF}" dt="2026-02-20T01:03:19.805" v="10" actId="34807"/>
        <pc:sldMkLst>
          <pc:docMk/>
          <pc:sldMk cId="4062369129" sldId="2567"/>
        </pc:sldMkLst>
        <pc:spChg chg="mod">
          <ac:chgData name="" userId="" providerId="" clId="Web-{390281B5-AF9D-4B97-AF0D-902DBFEF80BF}" dt="2026-02-20T01:03:19.789" v="1" actId="34807"/>
          <ac:spMkLst>
            <pc:docMk/>
            <pc:sldMk cId="4062369129" sldId="2567"/>
            <ac:spMk id="2" creationId="{6851C54C-F169-D31D-7FA5-BEE413E7B55A}"/>
          </ac:spMkLst>
        </pc:spChg>
        <pc:spChg chg="mod">
          <ac:chgData name="" userId="" providerId="" clId="Web-{390281B5-AF9D-4B97-AF0D-902DBFEF80BF}" dt="2026-02-20T01:03:19.789" v="1" actId="34807"/>
          <ac:spMkLst>
            <pc:docMk/>
            <pc:sldMk cId="4062369129" sldId="2567"/>
            <ac:spMk id="4" creationId="{7AB5EFC1-FEF5-082A-F61A-2BA534CBC9B3}"/>
          </ac:spMkLst>
        </pc:spChg>
        <pc:picChg chg="mod">
          <ac:chgData name="" userId="" providerId="" clId="Web-{390281B5-AF9D-4B97-AF0D-902DBFEF80BF}" dt="2026-02-20T01:03:19.789" v="1" actId="34807"/>
          <ac:picMkLst>
            <pc:docMk/>
            <pc:sldMk cId="4062369129" sldId="2567"/>
            <ac:picMk id="5" creationId="{B12FC0E0-414A-4189-A798-500BE6823594}"/>
          </ac:picMkLst>
        </pc:picChg>
      </pc:sldChg>
      <pc:sldChg chg="modSp add mod modTransition modClrScheme addAnim chgLayout">
        <pc:chgData name="" userId="" providerId="" clId="Web-{390281B5-AF9D-4B97-AF0D-902DBFEF80BF}" dt="2026-02-20T01:03:19.805" v="11" actId="34807"/>
        <pc:sldMkLst>
          <pc:docMk/>
          <pc:sldMk cId="1742497282" sldId="2568"/>
        </pc:sldMkLst>
        <pc:spChg chg="mod">
          <ac:chgData name="" userId="" providerId="" clId="Web-{390281B5-AF9D-4B97-AF0D-902DBFEF80BF}" dt="2026-02-20T01:03:19.789" v="1" actId="34807"/>
          <ac:spMkLst>
            <pc:docMk/>
            <pc:sldMk cId="1742497282" sldId="2568"/>
            <ac:spMk id="2" creationId="{3A1B4B48-DC2F-82AD-9CC8-9542431319DD}"/>
          </ac:spMkLst>
        </pc:spChg>
        <pc:spChg chg="mod">
          <ac:chgData name="" userId="" providerId="" clId="Web-{390281B5-AF9D-4B97-AF0D-902DBFEF80BF}" dt="2026-02-20T01:03:19.789" v="1" actId="34807"/>
          <ac:spMkLst>
            <pc:docMk/>
            <pc:sldMk cId="1742497282" sldId="2568"/>
            <ac:spMk id="4" creationId="{434A0B29-CADD-F609-F33D-257CAD87AA4F}"/>
          </ac:spMkLst>
        </pc:spChg>
        <pc:picChg chg="mod">
          <ac:chgData name="" userId="" providerId="" clId="Web-{390281B5-AF9D-4B97-AF0D-902DBFEF80BF}" dt="2026-02-20T01:03:19.789" v="1" actId="34807"/>
          <ac:picMkLst>
            <pc:docMk/>
            <pc:sldMk cId="1742497282" sldId="2568"/>
            <ac:picMk id="5" creationId="{C636D0FC-4F89-48B9-922A-3F31707D0B0B}"/>
          </ac:picMkLst>
        </pc:picChg>
      </pc:sldChg>
      <pc:sldChg chg="modSp add mod modTransition modClrScheme addAnim chgLayout">
        <pc:chgData name="" userId="" providerId="" clId="Web-{390281B5-AF9D-4B97-AF0D-902DBFEF80BF}" dt="2026-02-20T01:03:19.805" v="12" actId="34807"/>
        <pc:sldMkLst>
          <pc:docMk/>
          <pc:sldMk cId="3703239825" sldId="2569"/>
        </pc:sldMkLst>
        <pc:spChg chg="mod">
          <ac:chgData name="" userId="" providerId="" clId="Web-{390281B5-AF9D-4B97-AF0D-902DBFEF80BF}" dt="2026-02-20T01:03:19.789" v="1" actId="34807"/>
          <ac:spMkLst>
            <pc:docMk/>
            <pc:sldMk cId="3703239825" sldId="2569"/>
            <ac:spMk id="2" creationId="{F2477C6E-B502-357D-5780-6B9AAD2A3465}"/>
          </ac:spMkLst>
        </pc:spChg>
        <pc:spChg chg="mod">
          <ac:chgData name="" userId="" providerId="" clId="Web-{390281B5-AF9D-4B97-AF0D-902DBFEF80BF}" dt="2026-02-20T01:03:19.789" v="1" actId="34807"/>
          <ac:spMkLst>
            <pc:docMk/>
            <pc:sldMk cId="3703239825" sldId="2569"/>
            <ac:spMk id="4" creationId="{8C78C0B9-3D9F-59C3-C792-0AEB20F85504}"/>
          </ac:spMkLst>
        </pc:spChg>
        <pc:picChg chg="mod">
          <ac:chgData name="" userId="" providerId="" clId="Web-{390281B5-AF9D-4B97-AF0D-902DBFEF80BF}" dt="2026-02-20T01:03:19.789" v="1" actId="34807"/>
          <ac:picMkLst>
            <pc:docMk/>
            <pc:sldMk cId="3703239825" sldId="2569"/>
            <ac:picMk id="5" creationId="{659D6C39-FD86-45E3-8324-4C98CC211DF1}"/>
          </ac:picMkLst>
        </pc:picChg>
      </pc:sldChg>
      <pc:sldChg chg="modSp add mod modTransition modClrScheme addAnim chgLayout">
        <pc:chgData name="" userId="" providerId="" clId="Web-{390281B5-AF9D-4B97-AF0D-902DBFEF80BF}" dt="2026-02-20T01:03:19.805" v="13" actId="34807"/>
        <pc:sldMkLst>
          <pc:docMk/>
          <pc:sldMk cId="3937377954" sldId="2570"/>
        </pc:sldMkLst>
        <pc:spChg chg="mod">
          <ac:chgData name="" userId="" providerId="" clId="Web-{390281B5-AF9D-4B97-AF0D-902DBFEF80BF}" dt="2026-02-20T01:03:19.789" v="1" actId="34807"/>
          <ac:spMkLst>
            <pc:docMk/>
            <pc:sldMk cId="3937377954" sldId="2570"/>
            <ac:spMk id="2" creationId="{4703EC2C-87B2-1BD2-6453-62079D1D5B7D}"/>
          </ac:spMkLst>
        </pc:spChg>
      </pc:sldChg>
      <pc:sldChg chg="modSp add mod modTransition modClrScheme addAnim chgLayout">
        <pc:chgData name="" userId="" providerId="" clId="Web-{390281B5-AF9D-4B97-AF0D-902DBFEF80BF}" dt="2026-02-20T01:03:19.805" v="14" actId="34807"/>
        <pc:sldMkLst>
          <pc:docMk/>
          <pc:sldMk cId="674766396" sldId="2571"/>
        </pc:sldMkLst>
        <pc:spChg chg="mod">
          <ac:chgData name="" userId="" providerId="" clId="Web-{390281B5-AF9D-4B97-AF0D-902DBFEF80BF}" dt="2026-02-20T01:03:19.789" v="1" actId="34807"/>
          <ac:spMkLst>
            <pc:docMk/>
            <pc:sldMk cId="674766396" sldId="2571"/>
            <ac:spMk id="2" creationId="{8ED68C39-C3D2-699B-FF41-69B5341F3986}"/>
          </ac:spMkLst>
        </pc:spChg>
        <pc:spChg chg="mod">
          <ac:chgData name="" userId="" providerId="" clId="Web-{390281B5-AF9D-4B97-AF0D-902DBFEF80BF}" dt="2026-02-20T01:03:19.789" v="1" actId="34807"/>
          <ac:spMkLst>
            <pc:docMk/>
            <pc:sldMk cId="674766396" sldId="2571"/>
            <ac:spMk id="4" creationId="{9CEE3B24-5CE0-8E9B-190D-292CF91234FC}"/>
          </ac:spMkLst>
        </pc:spChg>
        <pc:picChg chg="mod">
          <ac:chgData name="" userId="" providerId="" clId="Web-{390281B5-AF9D-4B97-AF0D-902DBFEF80BF}" dt="2026-02-20T01:03:19.789" v="1" actId="34807"/>
          <ac:picMkLst>
            <pc:docMk/>
            <pc:sldMk cId="674766396" sldId="2571"/>
            <ac:picMk id="5" creationId="{51F64380-E4EE-4106-870A-18ED4A793638}"/>
          </ac:picMkLst>
        </pc:picChg>
      </pc:sldChg>
      <pc:sldChg chg="modSp add mod modTransition modClrScheme addAnim chgLayout">
        <pc:chgData name="" userId="" providerId="" clId="Web-{390281B5-AF9D-4B97-AF0D-902DBFEF80BF}" dt="2026-02-20T01:03:19.805" v="15" actId="34807"/>
        <pc:sldMkLst>
          <pc:docMk/>
          <pc:sldMk cId="1308470046" sldId="2572"/>
        </pc:sldMkLst>
        <pc:spChg chg="mod">
          <ac:chgData name="" userId="" providerId="" clId="Web-{390281B5-AF9D-4B97-AF0D-902DBFEF80BF}" dt="2026-02-20T01:03:19.789" v="1" actId="34807"/>
          <ac:spMkLst>
            <pc:docMk/>
            <pc:sldMk cId="1308470046" sldId="2572"/>
            <ac:spMk id="2" creationId="{2AA359A3-2DB1-24AA-6224-B1725D0C9754}"/>
          </ac:spMkLst>
        </pc:spChg>
        <pc:spChg chg="mod">
          <ac:chgData name="" userId="" providerId="" clId="Web-{390281B5-AF9D-4B97-AF0D-902DBFEF80BF}" dt="2026-02-20T01:03:19.789" v="1" actId="34807"/>
          <ac:spMkLst>
            <pc:docMk/>
            <pc:sldMk cId="1308470046" sldId="2572"/>
            <ac:spMk id="4" creationId="{A73C5EA2-FCA3-149D-AB4D-CAC40CDE5D1C}"/>
          </ac:spMkLst>
        </pc:spChg>
        <pc:picChg chg="mod">
          <ac:chgData name="" userId="" providerId="" clId="Web-{390281B5-AF9D-4B97-AF0D-902DBFEF80BF}" dt="2026-02-20T01:03:19.789" v="1" actId="34807"/>
          <ac:picMkLst>
            <pc:docMk/>
            <pc:sldMk cId="1308470046" sldId="2572"/>
            <ac:picMk id="5" creationId="{DF086272-91A1-45D1-8391-348B6C2E5ADB}"/>
          </ac:picMkLst>
        </pc:picChg>
      </pc:sldChg>
      <pc:sldChg chg="modSp add mod modTransition modClrScheme addAnim chgLayout">
        <pc:chgData name="" userId="" providerId="" clId="Web-{390281B5-AF9D-4B97-AF0D-902DBFEF80BF}" dt="2026-02-20T01:03:19.805" v="16" actId="34807"/>
        <pc:sldMkLst>
          <pc:docMk/>
          <pc:sldMk cId="2771395457" sldId="2573"/>
        </pc:sldMkLst>
        <pc:spChg chg="mod">
          <ac:chgData name="" userId="" providerId="" clId="Web-{390281B5-AF9D-4B97-AF0D-902DBFEF80BF}" dt="2026-02-20T01:03:19.789" v="1" actId="34807"/>
          <ac:spMkLst>
            <pc:docMk/>
            <pc:sldMk cId="2771395457" sldId="2573"/>
            <ac:spMk id="2" creationId="{AA95D7EF-880D-A2D6-BB7D-67D62FBD3B42}"/>
          </ac:spMkLst>
        </pc:spChg>
        <pc:spChg chg="mod">
          <ac:chgData name="" userId="" providerId="" clId="Web-{390281B5-AF9D-4B97-AF0D-902DBFEF80BF}" dt="2026-02-20T01:03:19.789" v="1" actId="34807"/>
          <ac:spMkLst>
            <pc:docMk/>
            <pc:sldMk cId="2771395457" sldId="2573"/>
            <ac:spMk id="4" creationId="{0676947A-7C29-2688-2F1C-1486F3067FE2}"/>
          </ac:spMkLst>
        </pc:spChg>
        <pc:picChg chg="mod">
          <ac:chgData name="" userId="" providerId="" clId="Web-{390281B5-AF9D-4B97-AF0D-902DBFEF80BF}" dt="2026-02-20T01:03:19.789" v="1" actId="34807"/>
          <ac:picMkLst>
            <pc:docMk/>
            <pc:sldMk cId="2771395457" sldId="2573"/>
            <ac:picMk id="5" creationId="{486FEAB5-00B9-4D63-9BB1-4B56A0DDE448}"/>
          </ac:picMkLst>
        </pc:picChg>
      </pc:sldChg>
      <pc:sldChg chg="modSp add mod modTransition modClrScheme addAnim chgLayout">
        <pc:chgData name="" userId="" providerId="" clId="Web-{390281B5-AF9D-4B97-AF0D-902DBFEF80BF}" dt="2026-02-20T01:03:19.805" v="17" actId="34807"/>
        <pc:sldMkLst>
          <pc:docMk/>
          <pc:sldMk cId="3762283025" sldId="2574"/>
        </pc:sldMkLst>
        <pc:spChg chg="mod">
          <ac:chgData name="" userId="" providerId="" clId="Web-{390281B5-AF9D-4B97-AF0D-902DBFEF80BF}" dt="2026-02-20T01:03:19.789" v="1" actId="34807"/>
          <ac:spMkLst>
            <pc:docMk/>
            <pc:sldMk cId="3762283025" sldId="2574"/>
            <ac:spMk id="2" creationId="{F142B1C1-2804-4C41-EB73-AC9D117030F6}"/>
          </ac:spMkLst>
        </pc:spChg>
        <pc:spChg chg="mod">
          <ac:chgData name="" userId="" providerId="" clId="Web-{390281B5-AF9D-4B97-AF0D-902DBFEF80BF}" dt="2026-02-20T01:03:19.789" v="1" actId="34807"/>
          <ac:spMkLst>
            <pc:docMk/>
            <pc:sldMk cId="3762283025" sldId="2574"/>
            <ac:spMk id="4" creationId="{91E18B68-B8FA-F3DF-33F5-69306F1CDE3B}"/>
          </ac:spMkLst>
        </pc:spChg>
        <pc:picChg chg="mod">
          <ac:chgData name="" userId="" providerId="" clId="Web-{390281B5-AF9D-4B97-AF0D-902DBFEF80BF}" dt="2026-02-20T01:03:19.789" v="1" actId="34807"/>
          <ac:picMkLst>
            <pc:docMk/>
            <pc:sldMk cId="3762283025" sldId="2574"/>
            <ac:picMk id="5" creationId="{2C8DD7C8-3DFD-4AF6-9515-A8BF0216DA40}"/>
          </ac:picMkLst>
        </pc:picChg>
      </pc:sldChg>
      <pc:sldChg chg="modSp add mod modTransition modClrScheme addAnim chgLayout">
        <pc:chgData name="" userId="" providerId="" clId="Web-{390281B5-AF9D-4B97-AF0D-902DBFEF80BF}" dt="2026-02-20T01:03:19.805" v="18" actId="34807"/>
        <pc:sldMkLst>
          <pc:docMk/>
          <pc:sldMk cId="1142058497" sldId="2575"/>
        </pc:sldMkLst>
        <pc:spChg chg="mod">
          <ac:chgData name="" userId="" providerId="" clId="Web-{390281B5-AF9D-4B97-AF0D-902DBFEF80BF}" dt="2026-02-20T01:03:19.789" v="1" actId="34807"/>
          <ac:spMkLst>
            <pc:docMk/>
            <pc:sldMk cId="1142058497" sldId="2575"/>
            <ac:spMk id="2" creationId="{4FDDB761-1902-699F-FE37-3EA8EB1AC2B3}"/>
          </ac:spMkLst>
        </pc:spChg>
      </pc:sldChg>
      <pc:sldChg chg="modSp add mod modTransition modClrScheme addAnim chgLayout">
        <pc:chgData name="" userId="" providerId="" clId="Web-{390281B5-AF9D-4B97-AF0D-902DBFEF80BF}" dt="2026-02-20T01:03:19.805" v="19" actId="34807"/>
        <pc:sldMkLst>
          <pc:docMk/>
          <pc:sldMk cId="1054016821" sldId="2576"/>
        </pc:sldMkLst>
        <pc:spChg chg="mod">
          <ac:chgData name="" userId="" providerId="" clId="Web-{390281B5-AF9D-4B97-AF0D-902DBFEF80BF}" dt="2026-02-20T01:03:19.789" v="1" actId="34807"/>
          <ac:spMkLst>
            <pc:docMk/>
            <pc:sldMk cId="1054016821" sldId="2576"/>
            <ac:spMk id="2" creationId="{2F7FEB5B-D69D-1427-A278-88A961D720DE}"/>
          </ac:spMkLst>
        </pc:spChg>
        <pc:spChg chg="mod">
          <ac:chgData name="" userId="" providerId="" clId="Web-{390281B5-AF9D-4B97-AF0D-902DBFEF80BF}" dt="2026-02-20T01:03:19.789" v="1" actId="34807"/>
          <ac:spMkLst>
            <pc:docMk/>
            <pc:sldMk cId="1054016821" sldId="2576"/>
            <ac:spMk id="4" creationId="{6BDCA5AA-18B3-AF43-DFA2-D0E4D2A4F3E7}"/>
          </ac:spMkLst>
        </pc:spChg>
        <pc:picChg chg="mod">
          <ac:chgData name="" userId="" providerId="" clId="Web-{390281B5-AF9D-4B97-AF0D-902DBFEF80BF}" dt="2026-02-20T01:03:19.789" v="1" actId="34807"/>
          <ac:picMkLst>
            <pc:docMk/>
            <pc:sldMk cId="1054016821" sldId="2576"/>
            <ac:picMk id="5" creationId="{0F593E46-B80F-4CA1-A64E-2A4A054DCB2A}"/>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2/19/26</a:t>
            </a:fld>
            <a:endParaRPr lang="en-US"/>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2/19/26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a:p>
        </p:txBody>
      </p:sp>
    </p:spTree>
    <p:extLst>
      <p:ext uri="{BB962C8B-B14F-4D97-AF65-F5344CB8AC3E}">
        <p14:creationId xmlns:p14="http://schemas.microsoft.com/office/powerpoint/2010/main" val="30144630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Title Slide Summary</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a:p>
        </p:txBody>
      </p:sp>
    </p:spTree>
    <p:extLst>
      <p:ext uri="{BB962C8B-B14F-4D97-AF65-F5344CB8AC3E}">
        <p14:creationId xmlns:p14="http://schemas.microsoft.com/office/powerpoint/2010/main" val="39926948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Smart Office Assistant project presentation begins with a clear and compelling title slide designed to establish the scope, purpose, and thematic identity of the system. This introductory slide positions the Smart Office Assistant as a technologically advanced solution focused on improving office productivity through intelligent automation. It highlights the high‑level areas of interest: requirements, architecture, and key functional features. In professional settings, a clean corporate theme is often essential to ensure that the content appears modern, credible, and aligned with organizational communication standards. By using a widescreen 16:9 layout, this slide ensures compatibility with most contemporary display systems, including projectors and webinar platforms. A concise subtitle introduces the audience to the overarching narrative—how the system gathers requirements, transforms them into functional capabilities, and integrates a range of technical components to deliver value. Such an introduction sets expectations for a structured, comprehensive walkthrough of the system’s capabilities, including intelligent meeting management, automated transcription, and seamless communication. It also establishes a narrative frame that the rest of the presentation expands on, including both technical underpinnings and the user‑facing functionalities. The placement of this summary slide at the beginning ensures that stakeholders—from engineering teams to decision‑makers—can immediately grasp the system’s purpose and the strategic problems it solves. This enables the entire presentation to unfold in a cohesive manner, guiding viewers from conceptual understanding to technical deep‑dive. Overall, the title slide serves as the entry point into understanding how the Smart Office Assistant integrates natural-language processing, context-aware automation, and business communication tools to redefine workplace efficiency.</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a:p>
        </p:txBody>
      </p:sp>
    </p:spTree>
    <p:extLst>
      <p:ext uri="{BB962C8B-B14F-4D97-AF65-F5344CB8AC3E}">
        <p14:creationId xmlns:p14="http://schemas.microsoft.com/office/powerpoint/2010/main" val="1896972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Agenda Breakdown</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a:p>
        </p:txBody>
      </p:sp>
    </p:spTree>
    <p:extLst>
      <p:ext uri="{BB962C8B-B14F-4D97-AF65-F5344CB8AC3E}">
        <p14:creationId xmlns:p14="http://schemas.microsoft.com/office/powerpoint/2010/main" val="519124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agenda slide provides a structured roadmap to help the audience follow the logical progression of the Smart Office Assistant presentation. This roadmap begins with a high-level project overview that establishes context and introduces the system’s purpose. From there, the discussion transitions into detailed requirements, outlining the functional and technical needs that drove solution development. This structure is essential, as requirements gathering plays a fundamental role in defining system boundaries, user expectations, and operational flow. The agenda then highlights implemented functionality, giving the audience a concrete understanding of which features were transformed from requirements into working components. This section often helps stakeholders compare expectations with deliverables. Next, the technical architecture section explains how various modules—such as the NLU engine, meeting manager, transcription tools, and communication layer—interact to form a cohesive system. Architecture discussions are vital for technical teams evaluating scalability, maintenance, and extensibility. Finally, the agenda concludes with a sequence diagram overview, offering visual insight into the event flow between system components. Sequence diagrams help illustrate API interactions, user-driven triggers, and state transitions, providing clarity on how the system processes scheduling requests, handles transcription, and manages communication workflows. Together, this structured agenda ensures that the audience receives an organized journey through conceptual, functional, and technical layers, enabling them to develop a complete mental model of the Smart Office Assistant system.</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a:p>
        </p:txBody>
      </p:sp>
    </p:spTree>
    <p:extLst>
      <p:ext uri="{BB962C8B-B14F-4D97-AF65-F5344CB8AC3E}">
        <p14:creationId xmlns:p14="http://schemas.microsoft.com/office/powerpoint/2010/main" val="3263816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Meeting Scheduling &amp; Management Requirements, Meeting Documentation Requirements, Communication Requirements</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a:p>
        </p:txBody>
      </p:sp>
    </p:spTree>
    <p:extLst>
      <p:ext uri="{BB962C8B-B14F-4D97-AF65-F5344CB8AC3E}">
        <p14:creationId xmlns:p14="http://schemas.microsoft.com/office/powerpoint/2010/main" val="1747551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Smart Office Assistant’s meeting scheduling and management requirements outline a comprehensive system designed to handle natural‑language scheduling requests with high accuracy and contextual awareness. This includes the ability to parse statements such as “Schedule a meeting with John next Tuesday at 2 pm,” requiring natural‑language understanding, entity resolution, and temporal parsing. The system must reference an address book stored in JSON or a structured database, enabling lookup of names, departments, roles, and emails to ensure correct participant identification. Robust handling of ambiguous queries—such as duplicate names across departments—requires disambiguation logic and follow‑up clarifying questions. Integration with the Google Calendar API is essential for generating invitations, sending updates, and managing event lifecycles including cancellations and edits. Another core requirement is meeting thread tracking, enabling the system to link follow‑up meetings to prior discussions, improving continuity and contextual relevance. Beyond scheduling, documentation-related requirements include the upload of audio or video recordings, transcription via speech‑to‑text engines, and analysis of transcript content to extract key insights. The system must generate structured Minutes of Meeting (MoM) that include summaries, decisions, and action items. It should also automatically detect task ownership and store prior MoMs in a searchable archive. With communication needs expanding, the system must support both text and voice input, generate TTS summaries, and deliver MoMs via email with embedded audio links. These requirements collectively define a sophisticated assistant capable of enhancing workplace coordination and automating administrative overhead.</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a:p>
        </p:txBody>
      </p:sp>
    </p:spTree>
    <p:extLst>
      <p:ext uri="{BB962C8B-B14F-4D97-AF65-F5344CB8AC3E}">
        <p14:creationId xmlns:p14="http://schemas.microsoft.com/office/powerpoint/2010/main" val="34143761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Meeting documentation requirements emphasize the Smart Office Assistant’s ability to capture, process, and structure information from recorded discussions. Users must be able to upload audio or video files—up to a maximum of 25 MB—to initiate transcription through a speech‑to‑text API such as Whisper. The transcription must be accurate enough to extract meaningful content, including decisions, discussion highlights, and action items. Intelligent summarization is required to convert raw transcript data into structured Minutes of Meeting (MoM), encompassing sections for meeting summary, key decisions, assigned responsibilities, and follow‑ups. Automated action-item detection ensures that tasks are not only identified but linked to individual owners extracted from participant references within the transcript. The system should maintain a persistent archive of past MoMs stored in a searchable format, enabling retrieval by keywords, dates, attendees, or topics. Additional requirements include providing a “transcribe only” mode for users who may not need full MoM generation. Supporting downloadable markdown formats ensures compatibility with external documentation workflows. These capabilities make documentation seamless and reduce administrative workload, while improving accuracy and accessibility. The system’s capacity to transform unstructured conversational audio into processed, well‑organized records positions it as a powerful tool for teams handling large volumes of meetings. This enhances operational transparency and assists in accountability tracking, knowledge retention, and institutional memory.</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a:p>
        </p:txBody>
      </p:sp>
    </p:spTree>
    <p:extLst>
      <p:ext uri="{BB962C8B-B14F-4D97-AF65-F5344CB8AC3E}">
        <p14:creationId xmlns:p14="http://schemas.microsoft.com/office/powerpoint/2010/main" val="1812112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Communication requirements for the Smart Office Assistant focus on multimodal interaction and seamless information delivery. Users must be able to interact with the assistant through both text and voice input, allowing flexibility across devices and accessibility needs. Voice input support requires accurate speech recognition and latency‑optimized processing. On the output side, the system should generate text‑to‑speech (TTS) audio summaries of action items and meeting takeaways, enabling hands‑free review and improving engagement for users who prefer auditory updates. For formal communication, the assistant must be able to send structured Minutes of Meeting via email, formatted in HTML to enhance readability and professionalism. These emails should include embedded audio links, enabling recipients to quickly access original recordings or TTS summaries. SMTP integration—preferably with Gmail‑compatible services—ensures reliable message delivery and authentication. The communication layer must also manage error handling for failed deliveries and support fallback notifications. Together, these requirements position the assistant as a unified communication hub that bridges synchronous and asynchronous workflows. It supports diverse working styles while ensuring clarity, consistency, and continuity of information exchange. This robust communication backbone elevates the overall user experience while reinforcing the assistant’s role as a central productivity and collaboration enhancer.</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a:p>
        </p:txBody>
      </p:sp>
    </p:spTree>
    <p:extLst>
      <p:ext uri="{BB962C8B-B14F-4D97-AF65-F5344CB8AC3E}">
        <p14:creationId xmlns:p14="http://schemas.microsoft.com/office/powerpoint/2010/main" val="23342308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Meeting Scheduling Functionality, Address Book Functionality, Meeting Documentation Functionality, Communication Functionality</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a:p>
        </p:txBody>
      </p:sp>
    </p:spTree>
    <p:extLst>
      <p:ext uri="{BB962C8B-B14F-4D97-AF65-F5344CB8AC3E}">
        <p14:creationId xmlns:p14="http://schemas.microsoft.com/office/powerpoint/2010/main" val="41004209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Smart Office Assistant’s implemented meeting scheduling functionality translates complex requirements into practical, user‑ready features. Natural‑language scheduling enables users to initiate requests conversationally, while the system interprets intent, extracts time expressions, resolves participant identities, and handles ambiguous cases using clarifying questions. Temporal reasoning supports relative date parsing, allowing phrases like “this Friday” or “two weeks from now” to be accurately interpreted. Participant and department resolution ensures accurate attendee matching, even when duplicate names are present. When users omit critical details—such as duration or location—the system provides follow‑up prompts to complete the scheduling workflow. A sophisticated first‑available‑slot algorithm allows users to schedule meetings automatically based on the availability of all required participants. Integration with the Google Calendar API enables creation, modification, and deletion of events directly through the assistant. Additional features include search capabilities for existing meetings, meeting cancellation flows, and persistent meeting thread tracking, enabling the system to build continuity between related discussions. This comprehensive scheduling engine transforms everyday administrative tasks into seamless automated workflows, reducing errors and improving productivity.</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a:p>
        </p:txBody>
      </p:sp>
    </p:spTree>
    <p:extLst>
      <p:ext uri="{BB962C8B-B14F-4D97-AF65-F5344CB8AC3E}">
        <p14:creationId xmlns:p14="http://schemas.microsoft.com/office/powerpoint/2010/main" val="39099307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address book functionality is fully implemented using a JSON‑based persistent storage model that acts as a lightweight directory of contacts. Users can create, read, update, and delete entries, ensuring flexibility and adaptability to changing organizational structures. Search capabilities allow filtering by name, role, email, or department, while department‑based grouping helps users identify relevant contacts quickly. Pre‑loaded sample contacts provide a ready‑to‑use starting point for demonstrations or onboarding. The address book serves as a foundational component for other modules, particularly meeting scheduling and action‑item assignment. Its structured format ensures efficient querying and reduces ambiguity during natural‑language interpretation. This functionality enhances the Smart Office Assistant’s ability to understand organizational context and maintain accurate participant information across all workflows.</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a:p>
        </p:txBody>
      </p:sp>
    </p:spTree>
    <p:extLst>
      <p:ext uri="{BB962C8B-B14F-4D97-AF65-F5344CB8AC3E}">
        <p14:creationId xmlns:p14="http://schemas.microsoft.com/office/powerpoint/2010/main" val="40325993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Smart Office Assistant offers a full suite of meeting documentation features designed to streamline how organizations capture and manage meeting information. Users can upload audio or video recordings up to 25 MB, which are processed through the Whisper transcription engine for high‑accuracy text output. Building upon this transcript, the system automatically generates structured Minutes of Meeting, including summaries, discussion points, decisions, and action items. Context‑aware logic ensures that action items are assigned to the correct individuals by referencing the address book when names appear in transcripts. The system supports persistent archival of all MoMs, stored in searchable formats that facilitate retrieval by keyword, date, or participant. Users can also download documentation in markdown format or utilize a “transcribe only” mode when detailed MoM output is not required. This comprehensive feature set enhances documentation accuracy, reduces manual note‑taking, and improves long‑term knowledge retention.</a:t>
            </a:r>
          </a:p>
        </p:txBody>
      </p:sp>
      <p:sp>
        <p:nvSpPr>
          <p:cNvPr id="4" name="Slide Number Placeholder 3"/>
          <p:cNvSpPr>
            <a:spLocks noGrp="1"/>
          </p:cNvSpPr>
          <p:nvPr>
            <p:ph type="sldNum" sz="quarter" idx="5"/>
          </p:nvPr>
        </p:nvSpPr>
        <p:spPr/>
        <p:txBody>
          <a:bodyPr/>
          <a:lstStyle/>
          <a:p>
            <a:fld id="{BFDD6F49-EBB7-4CCF-97A8-E526BB28BB69}" type="slidenum">
              <a:rPr lang="en-US" smtClean="0"/>
              <a:t>13</a:t>
            </a:fld>
            <a:endParaRPr lang="en-US"/>
          </a:p>
        </p:txBody>
      </p:sp>
    </p:spTree>
    <p:extLst>
      <p:ext uri="{BB962C8B-B14F-4D97-AF65-F5344CB8AC3E}">
        <p14:creationId xmlns:p14="http://schemas.microsoft.com/office/powerpoint/2010/main" val="4785559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communication capabilities implemented within the Smart Office Assistant facilitate natural, efficient exchanges between users and the system. It supports both chat‑based and voice‑based user inputs, providing multimodal flexibility and accessibility. For output, the system generates text‑to‑speech audio summaries of meeting content, enabling users to listen to key points without needing to read long text. HTML‑formatted Minutes of Meeting can be delivered directly to attendees’ inboxes through SMTP integration, ensuring compatibility with Gmail‑based services and standard enterprise workflows. Embedded audio links allow recipients to quickly access original recordings or TTS summaries. Error handling within the communication pipeline ensures delivery reliability and provides user feedback when issues arise. Collectively, these features enable seamless communication loops that augment productivity and support diverse user preferences.</a:t>
            </a:r>
          </a:p>
        </p:txBody>
      </p:sp>
      <p:sp>
        <p:nvSpPr>
          <p:cNvPr id="4" name="Slide Number Placeholder 3"/>
          <p:cNvSpPr>
            <a:spLocks noGrp="1"/>
          </p:cNvSpPr>
          <p:nvPr>
            <p:ph type="sldNum" sz="quarter" idx="5"/>
          </p:nvPr>
        </p:nvSpPr>
        <p:spPr/>
        <p:txBody>
          <a:bodyPr/>
          <a:lstStyle/>
          <a:p>
            <a:fld id="{BFDD6F49-EBB7-4CCF-97A8-E526BB28BB69}" type="slidenum">
              <a:rPr lang="en-US" smtClean="0"/>
              <a:t>14</a:t>
            </a:fld>
            <a:endParaRPr lang="en-US"/>
          </a:p>
        </p:txBody>
      </p:sp>
    </p:spTree>
    <p:extLst>
      <p:ext uri="{BB962C8B-B14F-4D97-AF65-F5344CB8AC3E}">
        <p14:creationId xmlns:p14="http://schemas.microsoft.com/office/powerpoint/2010/main" val="20362397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Technical Architecture Overview</a:t>
            </a:r>
          </a:p>
        </p:txBody>
      </p:sp>
      <p:sp>
        <p:nvSpPr>
          <p:cNvPr id="4" name="Slide Number Placeholder 3"/>
          <p:cNvSpPr>
            <a:spLocks noGrp="1"/>
          </p:cNvSpPr>
          <p:nvPr>
            <p:ph type="sldNum" sz="quarter" idx="5"/>
          </p:nvPr>
        </p:nvSpPr>
        <p:spPr/>
        <p:txBody>
          <a:bodyPr/>
          <a:lstStyle/>
          <a:p>
            <a:fld id="{BFDD6F49-EBB7-4CCF-97A8-E526BB28BB69}" type="slidenum">
              <a:rPr lang="en-US" smtClean="0"/>
              <a:t>15</a:t>
            </a:fld>
            <a:endParaRPr lang="en-US"/>
          </a:p>
        </p:txBody>
      </p:sp>
    </p:spTree>
    <p:extLst>
      <p:ext uri="{BB962C8B-B14F-4D97-AF65-F5344CB8AC3E}">
        <p14:creationId xmlns:p14="http://schemas.microsoft.com/office/powerpoint/2010/main" val="34167321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technical architecture of the Smart Office Assistant consists of a modular, extensible system that integrates frontend, backend, and external services to deliver a cohesive automation platform. The frontend is built using Streamlit, offering a lightweight, interactive interface with multi‑page navigation for managing scheduling, documentation, and system configurations. On the backend, the NLU engine powered by GPT handles intent detection, entity extraction, and contextual reasoning essential for interpreting natural‑language commands. A Meeting Manager built as a state machine governs meeting lifecycle events, ensuring predictable transitions and error‑resilient workflows. The Address Book Service provides structured access to user information stored in JSON, while the Calendar Service works with both Google Calendar and a mock environment for testing. The Transcription Service leverages Whisper for audio processing, and MoM generation is performed through GPT function calling to ensure structured, reliable output. Communication components include text‑to‑speech synthesis and SMTP email delivery. Externally, the system integrates with OpenAI APIs, Google Calendar API, and Gmail‑compatible SMTP servers. This architecture ensures scalability, modularity, and clear separation of concerns, supporting future enhancements such as multi‑language support or advanced analytics.</a:t>
            </a:r>
          </a:p>
        </p:txBody>
      </p:sp>
      <p:sp>
        <p:nvSpPr>
          <p:cNvPr id="4" name="Slide Number Placeholder 3"/>
          <p:cNvSpPr>
            <a:spLocks noGrp="1"/>
          </p:cNvSpPr>
          <p:nvPr>
            <p:ph type="sldNum" sz="quarter" idx="5"/>
          </p:nvPr>
        </p:nvSpPr>
        <p:spPr/>
        <p:txBody>
          <a:bodyPr/>
          <a:lstStyle/>
          <a:p>
            <a:fld id="{BFDD6F49-EBB7-4CCF-97A8-E526BB28BB69}" type="slidenum">
              <a:rPr lang="en-US" smtClean="0"/>
              <a:t>17</a:t>
            </a:fld>
            <a:endParaRPr lang="en-US"/>
          </a:p>
        </p:txBody>
      </p:sp>
    </p:spTree>
    <p:extLst>
      <p:ext uri="{BB962C8B-B14F-4D97-AF65-F5344CB8AC3E}">
        <p14:creationId xmlns:p14="http://schemas.microsoft.com/office/powerpoint/2010/main" val="38965073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1944F5-72DB-5388-391B-5DC34BAD29A9}"/>
              </a:ext>
            </a:extLst>
          </p:cNvPr>
          <p:cNvSpPr/>
          <p:nvPr/>
        </p:nvSpPr>
        <p:spPr>
          <a:xfrm>
            <a:off x="1121981" y="874987"/>
            <a:ext cx="6584950"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61A7C733-6185-B286-B0DA-134F6D3AB879}"/>
              </a:ext>
            </a:extLst>
          </p:cNvPr>
          <p:cNvSpPr>
            <a:spLocks noGrp="1"/>
          </p:cNvSpPr>
          <p:nvPr>
            <p:ph type="title"/>
          </p:nvPr>
        </p:nvSpPr>
        <p:spPr>
          <a:xfrm>
            <a:off x="1475245" y="1362457"/>
            <a:ext cx="5879592" cy="3209544"/>
          </a:xfrm>
        </p:spPr>
        <p:txBody>
          <a:bodyPr>
            <a:normAutofit/>
          </a:bodyPr>
          <a:lstStyle>
            <a:lvl1pPr>
              <a:defRPr sz="6200"/>
            </a:lvl1pPr>
          </a:lstStyle>
          <a:p>
            <a:r>
              <a:rPr lang="en-US"/>
              <a:t>Click to edit Master title style</a:t>
            </a:r>
          </a:p>
        </p:txBody>
      </p:sp>
      <p:sp>
        <p:nvSpPr>
          <p:cNvPr id="13" name="Subtitle 2">
            <a:extLst>
              <a:ext uri="{FF2B5EF4-FFF2-40B4-BE49-F238E27FC236}">
                <a16:creationId xmlns:a16="http://schemas.microsoft.com/office/drawing/2014/main" id="{C53952BB-0BC0-A2D9-8CC5-18F5090C1D29}"/>
              </a:ext>
            </a:extLst>
          </p:cNvPr>
          <p:cNvSpPr>
            <a:spLocks noGrp="1"/>
          </p:cNvSpPr>
          <p:nvPr>
            <p:ph type="subTitle" idx="1"/>
          </p:nvPr>
        </p:nvSpPr>
        <p:spPr>
          <a:xfrm>
            <a:off x="1475246" y="4731232"/>
            <a:ext cx="5879592" cy="960120"/>
          </a:xfrm>
        </p:spPr>
        <p:txBody>
          <a:bodyPr vert="horz" lIns="91440" tIns="45720" rIns="91440" bIns="45720" rtlCol="0" anchor="b">
            <a:normAutofit/>
          </a:bodyPr>
          <a:lstStyle>
            <a:lvl1pPr marL="0" indent="0">
              <a:buNone/>
              <a:defRPr lang="en-US" sz="18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7855758" y="886968"/>
            <a:ext cx="3197543" cy="508406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a:t> </a:t>
            </a:r>
          </a:p>
        </p:txBody>
      </p:sp>
      <p:sp>
        <p:nvSpPr>
          <p:cNvPr id="5" name="Rectangle 4">
            <a:extLst>
              <a:ext uri="{FF2B5EF4-FFF2-40B4-BE49-F238E27FC236}">
                <a16:creationId xmlns:a16="http://schemas.microsoft.com/office/drawing/2014/main" id="{09E6AD98-B65B-93FA-EC0E-E737696918E7}"/>
              </a:ext>
            </a:extLst>
          </p:cNvPr>
          <p:cNvSpPr/>
          <p:nvPr userDrawn="1"/>
        </p:nvSpPr>
        <p:spPr>
          <a:xfrm>
            <a:off x="7845134" y="874986"/>
            <a:ext cx="3218791"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4" name="Date Placeholder 3">
            <a:extLst>
              <a:ext uri="{FF2B5EF4-FFF2-40B4-BE49-F238E27FC236}">
                <a16:creationId xmlns:a16="http://schemas.microsoft.com/office/drawing/2014/main" id="{702BB055-E356-D9DC-D968-F4B6E02320D2}"/>
              </a:ext>
            </a:extLst>
          </p:cNvPr>
          <p:cNvSpPr>
            <a:spLocks noGrp="1"/>
          </p:cNvSpPr>
          <p:nvPr>
            <p:ph type="dt" sz="half" idx="14"/>
          </p:nvPr>
        </p:nvSpPr>
        <p:spPr/>
        <p:txBody>
          <a:bodyPr/>
          <a:lstStyle/>
          <a:p>
            <a:fld id="{CA325475-EA0F-49B2-A586-CC0D8CB91667}" type="datetime1">
              <a:rPr lang="en-US" smtClean="0"/>
              <a:pPr/>
              <a:t>2/19/26</a:t>
            </a:fld>
            <a:endParaRPr lang="en-US"/>
          </a:p>
        </p:txBody>
      </p:sp>
      <p:sp>
        <p:nvSpPr>
          <p:cNvPr id="6" name="Footer Placeholder 5">
            <a:extLst>
              <a:ext uri="{FF2B5EF4-FFF2-40B4-BE49-F238E27FC236}">
                <a16:creationId xmlns:a16="http://schemas.microsoft.com/office/drawing/2014/main" id="{A3C1376F-CBCD-234F-6AE2-E91A91B3617E}"/>
              </a:ext>
            </a:extLst>
          </p:cNvPr>
          <p:cNvSpPr>
            <a:spLocks noGrp="1"/>
          </p:cNvSpPr>
          <p:nvPr>
            <p:ph type="ftr" sz="quarter" idx="15"/>
          </p:nvPr>
        </p:nvSpPr>
        <p:spPr/>
        <p:txBody>
          <a:bodyPr/>
          <a:lstStyle/>
          <a:p>
            <a:r>
              <a:rPr lang="en-US"/>
              <a:t>Sample Footer Text</a:t>
            </a:r>
          </a:p>
        </p:txBody>
      </p:sp>
      <p:sp>
        <p:nvSpPr>
          <p:cNvPr id="12" name="Slide Number Placeholder 11">
            <a:extLst>
              <a:ext uri="{FF2B5EF4-FFF2-40B4-BE49-F238E27FC236}">
                <a16:creationId xmlns:a16="http://schemas.microsoft.com/office/drawing/2014/main" id="{38274BBA-97D2-571C-2F9E-05ACFE0301F4}"/>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65731349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accent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11C59EC-2984-2AFC-A887-928F090FF1DD}"/>
              </a:ext>
            </a:extLst>
          </p:cNvPr>
          <p:cNvSpPr>
            <a:spLocks noGrp="1"/>
          </p:cNvSpPr>
          <p:nvPr>
            <p:ph type="title"/>
          </p:nvPr>
        </p:nvSpPr>
        <p:spPr>
          <a:xfrm>
            <a:off x="612648" y="612648"/>
            <a:ext cx="10963656" cy="548640"/>
          </a:xfrm>
        </p:spPr>
        <p:txBody>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216152"/>
            <a:ext cx="10963656" cy="49469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8F76615-F428-46F8-B333-52721A2A1D31}" type="datetime1">
              <a:rPr lang="en-US" smtClean="0"/>
              <a:t>2/19/26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7" name="Rectangle 6">
            <a:extLst>
              <a:ext uri="{FF2B5EF4-FFF2-40B4-BE49-F238E27FC236}">
                <a16:creationId xmlns:a16="http://schemas.microsoft.com/office/drawing/2014/main" id="{AC26287E-A219-F520-0726-BDFF3D7A4E02}"/>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688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04234" y="829577"/>
            <a:ext cx="4192166" cy="3775213"/>
          </a:xfrm>
        </p:spPr>
        <p:txBody>
          <a:bodyPr vert="horz" lIns="91440" tIns="45720" rIns="91440" bIns="45720" rtlCol="0" anchor="b">
            <a:normAutofit/>
          </a:bodyPr>
          <a:lstStyle>
            <a:lvl1pPr>
              <a:defRPr lang="en-US" sz="5200" dirty="0"/>
            </a:lvl1pPr>
          </a:lstStyle>
          <a:p>
            <a:pPr lvl="0"/>
            <a:r>
              <a:rPr lang="en-US"/>
              <a:t>Click to edit Master title style</a:t>
            </a:r>
          </a:p>
        </p:txBody>
      </p:sp>
      <p:sp>
        <p:nvSpPr>
          <p:cNvPr id="11" name="Subtitle 2">
            <a:extLst>
              <a:ext uri="{FF2B5EF4-FFF2-40B4-BE49-F238E27FC236}">
                <a16:creationId xmlns:a16="http://schemas.microsoft.com/office/drawing/2014/main" id="{2E6A680F-1F8E-363D-A844-3A4126F02BCF}"/>
              </a:ext>
            </a:extLst>
          </p:cNvPr>
          <p:cNvSpPr>
            <a:spLocks noGrp="1"/>
          </p:cNvSpPr>
          <p:nvPr>
            <p:ph type="subTitle" idx="1"/>
          </p:nvPr>
        </p:nvSpPr>
        <p:spPr>
          <a:xfrm>
            <a:off x="7199303" y="4726885"/>
            <a:ext cx="4197096" cy="1316736"/>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10" name="Picture Placeholder 10">
            <a:extLst>
              <a:ext uri="{FF2B5EF4-FFF2-40B4-BE49-F238E27FC236}">
                <a16:creationId xmlns:a16="http://schemas.microsoft.com/office/drawing/2014/main" id="{791DC7E0-CBE1-A440-0537-4B3B94635221}"/>
              </a:ext>
            </a:extLst>
          </p:cNvPr>
          <p:cNvSpPr>
            <a:spLocks noGrp="1"/>
          </p:cNvSpPr>
          <p:nvPr>
            <p:ph type="pic" sz="quarter" idx="18" hasCustomPrompt="1"/>
          </p:nvPr>
        </p:nvSpPr>
        <p:spPr>
          <a:xfrm>
            <a:off x="349375" y="361188"/>
            <a:ext cx="6281928" cy="6135624"/>
          </a:xfrm>
          <a:blipFill>
            <a:blip r:embed="rId2">
              <a:alphaModFix amt="5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a:t> </a:t>
            </a:r>
          </a:p>
        </p:txBody>
      </p:sp>
      <p:sp>
        <p:nvSpPr>
          <p:cNvPr id="7" name="Rectangle 6">
            <a:extLst>
              <a:ext uri="{FF2B5EF4-FFF2-40B4-BE49-F238E27FC236}">
                <a16:creationId xmlns:a16="http://schemas.microsoft.com/office/drawing/2014/main" id="{EE0CD339-777A-9749-4666-3527C14B9743}"/>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26EF7C5-69F2-91FF-0C1E-398B01AB0F98}"/>
              </a:ext>
            </a:extLst>
          </p:cNvPr>
          <p:cNvSpPr/>
          <p:nvPr userDrawn="1"/>
        </p:nvSpPr>
        <p:spPr>
          <a:xfrm>
            <a:off x="334788" y="353022"/>
            <a:ext cx="6300216" cy="61539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7BCC1026-8D94-2081-4610-6490A031C2BE}"/>
              </a:ext>
            </a:extLst>
          </p:cNvPr>
          <p:cNvSpPr>
            <a:spLocks noGrp="1"/>
          </p:cNvSpPr>
          <p:nvPr>
            <p:ph type="dt" sz="half" idx="19"/>
          </p:nvPr>
        </p:nvSpPr>
        <p:spPr/>
        <p:txBody>
          <a:bodyPr/>
          <a:lstStyle/>
          <a:p>
            <a:fld id="{CA325475-EA0F-49B2-A586-CC0D8CB91667}" type="datetime1">
              <a:rPr lang="en-US" smtClean="0"/>
              <a:pPr/>
              <a:t>2/19/26</a:t>
            </a:fld>
            <a:endParaRPr lang="en-US"/>
          </a:p>
        </p:txBody>
      </p:sp>
      <p:sp>
        <p:nvSpPr>
          <p:cNvPr id="6" name="Footer Placeholder 5">
            <a:extLst>
              <a:ext uri="{FF2B5EF4-FFF2-40B4-BE49-F238E27FC236}">
                <a16:creationId xmlns:a16="http://schemas.microsoft.com/office/drawing/2014/main" id="{945E5425-2E7D-668E-4A6F-75CB0F0C63B2}"/>
              </a:ext>
            </a:extLst>
          </p:cNvPr>
          <p:cNvSpPr>
            <a:spLocks noGrp="1"/>
          </p:cNvSpPr>
          <p:nvPr>
            <p:ph type="ftr" sz="quarter" idx="20"/>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A47A5843-EB2F-247C-B659-DCAD8425691C}"/>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54677713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9301" y="840278"/>
            <a:ext cx="4337407" cy="3739896"/>
          </a:xfrm>
        </p:spPr>
        <p:txBody>
          <a:bodyPr vert="horz" lIns="91440" tIns="45720" rIns="91440" bIns="45720" rtlCol="0" anchor="t">
            <a:normAutofit/>
          </a:bodyPr>
          <a:lstStyle>
            <a:lvl1pPr>
              <a:defRPr lang="en-US" sz="5200" dirty="0"/>
            </a:lvl1pPr>
          </a:lstStyle>
          <a:p>
            <a:pPr lvl="0"/>
            <a:r>
              <a:rPr lang="en-US"/>
              <a:t>Click to edit Master title style</a:t>
            </a:r>
          </a:p>
        </p:txBody>
      </p:sp>
      <p:sp>
        <p:nvSpPr>
          <p:cNvPr id="11" name="Subtitle 2">
            <a:extLst>
              <a:ext uri="{FF2B5EF4-FFF2-40B4-BE49-F238E27FC236}">
                <a16:creationId xmlns:a16="http://schemas.microsoft.com/office/drawing/2014/main" id="{D46B27E7-8459-6E53-8FBA-85BE66AB87BA}"/>
              </a:ext>
            </a:extLst>
          </p:cNvPr>
          <p:cNvSpPr>
            <a:spLocks noGrp="1"/>
          </p:cNvSpPr>
          <p:nvPr>
            <p:ph type="subTitle" idx="1"/>
          </p:nvPr>
        </p:nvSpPr>
        <p:spPr>
          <a:xfrm>
            <a:off x="822452" y="4668118"/>
            <a:ext cx="4334256" cy="1380744"/>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5" name="Picture Placeholder 10">
            <a:extLst>
              <a:ext uri="{FF2B5EF4-FFF2-40B4-BE49-F238E27FC236}">
                <a16:creationId xmlns:a16="http://schemas.microsoft.com/office/drawing/2014/main" id="{710F4B22-F5AC-7D33-7A84-7B2436EFDEFA}"/>
              </a:ext>
            </a:extLst>
          </p:cNvPr>
          <p:cNvSpPr>
            <a:spLocks noGrp="1"/>
          </p:cNvSpPr>
          <p:nvPr>
            <p:ph type="pic" sz="quarter" idx="18" hasCustomPrompt="1"/>
          </p:nvPr>
        </p:nvSpPr>
        <p:spPr>
          <a:xfrm>
            <a:off x="5752063" y="361188"/>
            <a:ext cx="6089904" cy="6135624"/>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a:t> </a:t>
            </a:r>
          </a:p>
        </p:txBody>
      </p:sp>
      <p:sp>
        <p:nvSpPr>
          <p:cNvPr id="8" name="Rectangle 7">
            <a:extLst>
              <a:ext uri="{FF2B5EF4-FFF2-40B4-BE49-F238E27FC236}">
                <a16:creationId xmlns:a16="http://schemas.microsoft.com/office/drawing/2014/main" id="{A643E122-5107-B335-7270-B6C7A8395D86}"/>
              </a:ext>
            </a:extLst>
          </p:cNvPr>
          <p:cNvSpPr/>
          <p:nvPr userDrawn="1"/>
        </p:nvSpPr>
        <p:spPr>
          <a:xfrm>
            <a:off x="5744782" y="351064"/>
            <a:ext cx="610446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5D7A0B5-D7C9-90BE-F505-E01F4D062E28}"/>
              </a:ext>
            </a:extLst>
          </p:cNvPr>
          <p:cNvSpPr/>
          <p:nvPr userDrawn="1"/>
        </p:nvSpPr>
        <p:spPr>
          <a:xfrm>
            <a:off x="337457" y="351065"/>
            <a:ext cx="528268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9E7CE726-49FC-55E2-26A1-1FE3520D3F1B}"/>
              </a:ext>
            </a:extLst>
          </p:cNvPr>
          <p:cNvSpPr>
            <a:spLocks noGrp="1"/>
          </p:cNvSpPr>
          <p:nvPr>
            <p:ph type="dt" sz="half" idx="19"/>
          </p:nvPr>
        </p:nvSpPr>
        <p:spPr/>
        <p:txBody>
          <a:bodyPr/>
          <a:lstStyle/>
          <a:p>
            <a:fld id="{CA325475-EA0F-49B2-A586-CC0D8CB91667}" type="datetime1">
              <a:rPr lang="en-US" smtClean="0"/>
              <a:pPr/>
              <a:t>2/19/26</a:t>
            </a:fld>
            <a:endParaRPr lang="en-US"/>
          </a:p>
        </p:txBody>
      </p:sp>
      <p:sp>
        <p:nvSpPr>
          <p:cNvPr id="7" name="Footer Placeholder 6">
            <a:extLst>
              <a:ext uri="{FF2B5EF4-FFF2-40B4-BE49-F238E27FC236}">
                <a16:creationId xmlns:a16="http://schemas.microsoft.com/office/drawing/2014/main" id="{23D8F946-DB8C-1435-46BE-F233D3CF260C}"/>
              </a:ext>
            </a:extLst>
          </p:cNvPr>
          <p:cNvSpPr>
            <a:spLocks noGrp="1"/>
          </p:cNvSpPr>
          <p:nvPr>
            <p:ph type="ftr" sz="quarter" idx="20"/>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A69D42A5-49C9-5DBA-3729-79C2527CA4FD}"/>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9081728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4DA87C-26CA-F62F-296C-4D55C078EB06}"/>
              </a:ext>
            </a:extLst>
          </p:cNvPr>
          <p:cNvSpPr>
            <a:spLocks noGrp="1"/>
          </p:cNvSpPr>
          <p:nvPr>
            <p:ph type="title"/>
          </p:nvPr>
        </p:nvSpPr>
        <p:spPr>
          <a:xfrm>
            <a:off x="680960" y="4952600"/>
            <a:ext cx="10835640" cy="786385"/>
          </a:xfrm>
        </p:spPr>
        <p:txBody>
          <a:bodyPr anchor="b"/>
          <a:lstStyle/>
          <a:p>
            <a:r>
              <a:rPr lang="en-US"/>
              <a:t>Click to edit Master title style</a:t>
            </a:r>
          </a:p>
        </p:txBody>
      </p:sp>
      <p:sp>
        <p:nvSpPr>
          <p:cNvPr id="12" name="Subtitle 2">
            <a:extLst>
              <a:ext uri="{FF2B5EF4-FFF2-40B4-BE49-F238E27FC236}">
                <a16:creationId xmlns:a16="http://schemas.microsoft.com/office/drawing/2014/main" id="{384394C4-6C3C-55A5-F559-609ED8D6D38D}"/>
              </a:ext>
            </a:extLst>
          </p:cNvPr>
          <p:cNvSpPr>
            <a:spLocks noGrp="1"/>
          </p:cNvSpPr>
          <p:nvPr>
            <p:ph type="subTitle" idx="1"/>
          </p:nvPr>
        </p:nvSpPr>
        <p:spPr>
          <a:xfrm>
            <a:off x="675400" y="5738982"/>
            <a:ext cx="10835640" cy="484633"/>
          </a:xfrm>
        </p:spPr>
        <p:txBody>
          <a:bodyPr vert="horz" lIns="91440" tIns="45720" rIns="91440" bIns="45720" rtlCol="0">
            <a:normAutofit/>
          </a:bodyPr>
          <a:lstStyle>
            <a:lvl1pPr marL="0" indent="0">
              <a:buNone/>
              <a:defRPr lang="en-US" sz="1800" dirty="0"/>
            </a:lvl1pPr>
          </a:lstStyle>
          <a:p>
            <a:pPr lvl="0"/>
            <a:r>
              <a:rPr lang="en-US"/>
              <a:t>Click to edit Master subtitle style</a:t>
            </a:r>
          </a:p>
        </p:txBody>
      </p:sp>
      <p:sp>
        <p:nvSpPr>
          <p:cNvPr id="15" name="Picture Placeholder 10">
            <a:extLst>
              <a:ext uri="{FF2B5EF4-FFF2-40B4-BE49-F238E27FC236}">
                <a16:creationId xmlns:a16="http://schemas.microsoft.com/office/drawing/2014/main" id="{845630E0-3E81-3871-9E2F-2BE123E89866}"/>
              </a:ext>
            </a:extLst>
          </p:cNvPr>
          <p:cNvSpPr>
            <a:spLocks noGrp="1"/>
          </p:cNvSpPr>
          <p:nvPr>
            <p:ph type="pic" sz="quarter" idx="17" hasCustomPrompt="1"/>
          </p:nvPr>
        </p:nvSpPr>
        <p:spPr>
          <a:xfrm>
            <a:off x="348996" y="359053"/>
            <a:ext cx="11494008" cy="4206240"/>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a:t> </a:t>
            </a:r>
          </a:p>
        </p:txBody>
      </p:sp>
      <p:sp>
        <p:nvSpPr>
          <p:cNvPr id="5" name="Rectangle 4">
            <a:extLst>
              <a:ext uri="{FF2B5EF4-FFF2-40B4-BE49-F238E27FC236}">
                <a16:creationId xmlns:a16="http://schemas.microsoft.com/office/drawing/2014/main" id="{438E56F3-BB18-A73F-CD14-AABE06437C3B}"/>
              </a:ext>
            </a:extLst>
          </p:cNvPr>
          <p:cNvSpPr/>
          <p:nvPr userDrawn="1"/>
        </p:nvSpPr>
        <p:spPr>
          <a:xfrm>
            <a:off x="337457" y="4718958"/>
            <a:ext cx="11517086" cy="178797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45D6E84-74A7-91C9-E1B6-41ED8C509278}"/>
              </a:ext>
            </a:extLst>
          </p:cNvPr>
          <p:cNvSpPr/>
          <p:nvPr userDrawn="1"/>
        </p:nvSpPr>
        <p:spPr>
          <a:xfrm>
            <a:off x="337457" y="345676"/>
            <a:ext cx="11517086" cy="422452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a:extLst>
              <a:ext uri="{FF2B5EF4-FFF2-40B4-BE49-F238E27FC236}">
                <a16:creationId xmlns:a16="http://schemas.microsoft.com/office/drawing/2014/main" id="{CF5C3FE8-0DDB-A431-4FEB-7A68056C262F}"/>
              </a:ext>
            </a:extLst>
          </p:cNvPr>
          <p:cNvSpPr>
            <a:spLocks noGrp="1"/>
          </p:cNvSpPr>
          <p:nvPr>
            <p:ph type="dt" sz="half" idx="18"/>
          </p:nvPr>
        </p:nvSpPr>
        <p:spPr/>
        <p:txBody>
          <a:bodyPr/>
          <a:lstStyle/>
          <a:p>
            <a:fld id="{CA325475-EA0F-49B2-A586-CC0D8CB91667}" type="datetime1">
              <a:rPr lang="en-US" smtClean="0"/>
              <a:pPr/>
              <a:t>2/19/26</a:t>
            </a:fld>
            <a:endParaRPr lang="en-US"/>
          </a:p>
        </p:txBody>
      </p:sp>
      <p:sp>
        <p:nvSpPr>
          <p:cNvPr id="10" name="Footer Placeholder 9">
            <a:extLst>
              <a:ext uri="{FF2B5EF4-FFF2-40B4-BE49-F238E27FC236}">
                <a16:creationId xmlns:a16="http://schemas.microsoft.com/office/drawing/2014/main" id="{274D131E-594B-1FB1-8E49-0B78695F0A87}"/>
              </a:ext>
            </a:extLst>
          </p:cNvPr>
          <p:cNvSpPr>
            <a:spLocks noGrp="1"/>
          </p:cNvSpPr>
          <p:nvPr>
            <p:ph type="ftr" sz="quarter" idx="19"/>
          </p:nvPr>
        </p:nvSpPr>
        <p:spPr/>
        <p:txBody>
          <a:bodyPr/>
          <a:lstStyle/>
          <a:p>
            <a:r>
              <a:rPr lang="en-US"/>
              <a:t>Sample Footer Text</a:t>
            </a:r>
          </a:p>
        </p:txBody>
      </p:sp>
      <p:sp>
        <p:nvSpPr>
          <p:cNvPr id="11" name="Slide Number Placeholder 10">
            <a:extLst>
              <a:ext uri="{FF2B5EF4-FFF2-40B4-BE49-F238E27FC236}">
                <a16:creationId xmlns:a16="http://schemas.microsoft.com/office/drawing/2014/main" id="{D24C9504-D631-2C97-8DB1-12F8201AAF49}"/>
              </a:ext>
            </a:extLst>
          </p:cNvPr>
          <p:cNvSpPr>
            <a:spLocks noGrp="1"/>
          </p:cNvSpPr>
          <p:nvPr>
            <p:ph type="sldNum" sz="quarter" idx="20"/>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780210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1799C1-C337-0DE1-3234-4D0362D02774}"/>
              </a:ext>
            </a:extLst>
          </p:cNvPr>
          <p:cNvSpPr>
            <a:spLocks noGrp="1"/>
          </p:cNvSpPr>
          <p:nvPr>
            <p:ph type="title"/>
          </p:nvPr>
        </p:nvSpPr>
        <p:spPr>
          <a:xfrm>
            <a:off x="793236" y="837735"/>
            <a:ext cx="10643616" cy="3346704"/>
          </a:xfrm>
        </p:spPr>
        <p:txBody>
          <a:bodyPr>
            <a:normAutofit/>
          </a:bodyPr>
          <a:lstStyle>
            <a:lvl1pPr>
              <a:defRPr sz="7000"/>
            </a:lvl1pPr>
          </a:lstStyle>
          <a:p>
            <a:r>
              <a:rPr lang="en-US"/>
              <a:t>Click to edit Master title style</a:t>
            </a:r>
          </a:p>
        </p:txBody>
      </p:sp>
      <p:sp>
        <p:nvSpPr>
          <p:cNvPr id="12" name="Subtitle 2">
            <a:extLst>
              <a:ext uri="{FF2B5EF4-FFF2-40B4-BE49-F238E27FC236}">
                <a16:creationId xmlns:a16="http://schemas.microsoft.com/office/drawing/2014/main" id="{9E4A3D71-157A-047C-16D0-5D3FDA49C24B}"/>
              </a:ext>
            </a:extLst>
          </p:cNvPr>
          <p:cNvSpPr>
            <a:spLocks noGrp="1"/>
          </p:cNvSpPr>
          <p:nvPr>
            <p:ph type="subTitle" idx="1"/>
          </p:nvPr>
        </p:nvSpPr>
        <p:spPr>
          <a:xfrm>
            <a:off x="795528" y="4824760"/>
            <a:ext cx="10641324" cy="1194128"/>
          </a:xfrm>
        </p:spPr>
        <p:txBody>
          <a:bodyPr vert="horz" lIns="91440" tIns="45720" rIns="91440" bIns="45720" rtlCol="0" anchor="b">
            <a:normAutofit/>
          </a:bodyPr>
          <a:lstStyle>
            <a:lvl1pPr marL="0" indent="0">
              <a:buNone/>
              <a:defRPr lang="en-US" sz="22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B7D9461-0F61-4002-8F2D-B7697A0E13FF}" type="datetime1">
              <a:rPr lang="en-US" smtClean="0"/>
              <a:t>2/19/26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7" name="Rectangle 6">
            <a:extLst>
              <a:ext uri="{FF2B5EF4-FFF2-40B4-BE49-F238E27FC236}">
                <a16:creationId xmlns:a16="http://schemas.microsoft.com/office/drawing/2014/main" id="{EE6B6C7B-69BC-0D3D-1E9A-DD81FCE5A23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130338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3B7DDF3-035D-63C7-AB51-6046391B6250}"/>
              </a:ext>
            </a:extLst>
          </p:cNvPr>
          <p:cNvSpPr>
            <a:spLocks noGrp="1"/>
          </p:cNvSpPr>
          <p:nvPr>
            <p:ph type="title"/>
          </p:nvPr>
        </p:nvSpPr>
        <p:spPr>
          <a:xfrm>
            <a:off x="793235" y="840285"/>
            <a:ext cx="10643616" cy="3593592"/>
          </a:xfrm>
        </p:spPr>
        <p:txBody>
          <a:bodyPr anchor="b">
            <a:normAutofit/>
          </a:bodyPr>
          <a:lstStyle>
            <a:lvl1pPr>
              <a:defRPr sz="7200"/>
            </a:lvl1pPr>
          </a:lstStyle>
          <a:p>
            <a:r>
              <a:rPr lang="en-US"/>
              <a:t>Click to edit Master title style</a:t>
            </a:r>
          </a:p>
        </p:txBody>
      </p:sp>
      <p:sp>
        <p:nvSpPr>
          <p:cNvPr id="15" name="Subtitle 2">
            <a:extLst>
              <a:ext uri="{FF2B5EF4-FFF2-40B4-BE49-F238E27FC236}">
                <a16:creationId xmlns:a16="http://schemas.microsoft.com/office/drawing/2014/main" id="{7D73ECB8-129C-F6DD-9829-B61FF23C403C}"/>
              </a:ext>
            </a:extLst>
          </p:cNvPr>
          <p:cNvSpPr>
            <a:spLocks noGrp="1"/>
          </p:cNvSpPr>
          <p:nvPr>
            <p:ph type="subTitle" idx="1"/>
          </p:nvPr>
        </p:nvSpPr>
        <p:spPr>
          <a:xfrm>
            <a:off x="795528" y="4598850"/>
            <a:ext cx="10641323" cy="1033272"/>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6CC53FF-A9D2-44F7-87E7-301150AC66D6}" type="datetime1">
              <a:rPr lang="en-US" smtClean="0"/>
              <a:t>2/19/26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7" name="Rectangle 6">
            <a:extLst>
              <a:ext uri="{FF2B5EF4-FFF2-40B4-BE49-F238E27FC236}">
                <a16:creationId xmlns:a16="http://schemas.microsoft.com/office/drawing/2014/main" id="{34B6D5D4-CEEE-3117-A84B-7DE80FC18AFC}"/>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70735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566152"/>
            <a:ext cx="8229600" cy="2373303"/>
          </a:xfrm>
        </p:spPr>
        <p:txBody>
          <a:bodyPr anchor="b">
            <a:normAutofit/>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033272"/>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08C173C-F4FB-4840-9C6C-8C62F68E21A9}" type="datetime1">
              <a:rPr lang="en-US" smtClean="0"/>
              <a:t>2/19/26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7" name="Rectangle 6">
            <a:extLst>
              <a:ext uri="{FF2B5EF4-FFF2-40B4-BE49-F238E27FC236}">
                <a16:creationId xmlns:a16="http://schemas.microsoft.com/office/drawing/2014/main" id="{DDBE0B21-7B6E-C2E6-781E-44A2E68E10E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95227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F58B209-D8FD-6B51-310A-96AE33AC1B63}"/>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A31BBC1-8687-45A9-B22B-F61D547A780C}" type="datetime1">
              <a:rPr lang="en-US" smtClean="0"/>
              <a:t>2/19/26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2" name="Title 1">
            <a:extLst>
              <a:ext uri="{FF2B5EF4-FFF2-40B4-BE49-F238E27FC236}">
                <a16:creationId xmlns:a16="http://schemas.microsoft.com/office/drawing/2014/main" id="{5FB1752B-CF4C-EEF0-36CC-58B27E1CB9EF}"/>
              </a:ext>
            </a:extLst>
          </p:cNvPr>
          <p:cNvSpPr>
            <a:spLocks noGrp="1"/>
          </p:cNvSpPr>
          <p:nvPr>
            <p:ph type="title"/>
          </p:nvPr>
        </p:nvSpPr>
        <p:spPr>
          <a:xfrm>
            <a:off x="1474076" y="1359775"/>
            <a:ext cx="7909560" cy="4334256"/>
          </a:xfrm>
        </p:spPr>
        <p:txBody>
          <a:bodyPr anchor="b">
            <a:normAutofit/>
          </a:bodyPr>
          <a:lstStyle>
            <a:lvl1pPr>
              <a:defRPr sz="6200"/>
            </a:lvl1pPr>
          </a:lstStyle>
          <a:p>
            <a:r>
              <a:rPr lang="en-US"/>
              <a:t>Click to edit Master title style</a:t>
            </a:r>
          </a:p>
        </p:txBody>
      </p:sp>
    </p:spTree>
    <p:extLst>
      <p:ext uri="{BB962C8B-B14F-4D97-AF65-F5344CB8AC3E}">
        <p14:creationId xmlns:p14="http://schemas.microsoft.com/office/powerpoint/2010/main" val="10961263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09383" y="841248"/>
            <a:ext cx="8931403" cy="1380744"/>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809383" y="2333860"/>
            <a:ext cx="8931403" cy="3689909"/>
          </a:xfrm>
        </p:spPr>
        <p:txBody>
          <a:bodyPr>
            <a:normAutofit/>
          </a:bodyPr>
          <a:lstStyle>
            <a:lvl1pPr marL="457200" indent="-457200">
              <a:buFont typeface="+mj-lt"/>
              <a:buAutoNum type="arabicPeriod"/>
              <a:defRPr sz="2000"/>
            </a:lvl1pPr>
            <a:lvl2pPr marL="685800" indent="-4572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793227F-7A38-4FCC-BBE5-462C6ABA0D7C}" type="datetime1">
              <a:rPr lang="en-US" smtClean="0"/>
              <a:t>2/19/26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Rectangle 5">
            <a:extLst>
              <a:ext uri="{FF2B5EF4-FFF2-40B4-BE49-F238E27FC236}">
                <a16:creationId xmlns:a16="http://schemas.microsoft.com/office/drawing/2014/main" id="{D6A7576B-FC6F-F402-D320-23CD0747AB61}"/>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7459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196940" y="829577"/>
            <a:ext cx="6199461" cy="1693992"/>
          </a:xfrm>
        </p:spPr>
        <p:txBody>
          <a:bodyPr anchor="b">
            <a:normAutofit/>
          </a:bodyPr>
          <a:lstStyle>
            <a:lvl1pPr>
              <a:defRPr sz="4000"/>
            </a:lvl1pPr>
          </a:lstStyle>
          <a:p>
            <a:r>
              <a:rPr lang="en-US"/>
              <a:t>Click to edit Master title style</a:t>
            </a:r>
          </a:p>
        </p:txBody>
      </p:sp>
      <p:sp>
        <p:nvSpPr>
          <p:cNvPr id="3" name="Picture Placeholder 10">
            <a:extLst>
              <a:ext uri="{FF2B5EF4-FFF2-40B4-BE49-F238E27FC236}">
                <a16:creationId xmlns:a16="http://schemas.microsoft.com/office/drawing/2014/main" id="{D9C05904-FD8A-9AED-FEBF-07D02323D6FF}"/>
              </a:ext>
            </a:extLst>
          </p:cNvPr>
          <p:cNvSpPr>
            <a:spLocks noGrp="1"/>
          </p:cNvSpPr>
          <p:nvPr>
            <p:ph type="pic" sz="quarter" idx="18" hasCustomPrompt="1"/>
          </p:nvPr>
        </p:nvSpPr>
        <p:spPr>
          <a:xfrm>
            <a:off x="349376" y="366631"/>
            <a:ext cx="4250069" cy="6135624"/>
          </a:xfrm>
          <a:blipFill>
            <a:blip r:embed="rId2">
              <a:alphaModFix amt="70000"/>
              <a:extLst>
                <a:ext uri="{28A0092B-C50C-407E-A947-70E740481C1C}">
                  <a14:useLocalDpi xmlns:a14="http://schemas.microsoft.com/office/drawing/2010/main" val="0"/>
                </a:ext>
              </a:extLst>
            </a:blip>
            <a:stretch>
              <a:fillRect l="1" r="-47809"/>
            </a:stretch>
          </a:blipFill>
          <a:ln w="19050">
            <a:noFill/>
            <a:miter lim="800000"/>
          </a:ln>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96940" y="2637762"/>
            <a:ext cx="6199461" cy="341109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5CF087BA-BF9C-B6FF-3993-B14EFC993249}"/>
              </a:ext>
            </a:extLst>
          </p:cNvPr>
          <p:cNvSpPr/>
          <p:nvPr userDrawn="1"/>
        </p:nvSpPr>
        <p:spPr>
          <a:xfrm>
            <a:off x="4765158" y="351065"/>
            <a:ext cx="7084090"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205EF98-C9B4-FDE5-FF49-3AC91EBF7C80}"/>
              </a:ext>
            </a:extLst>
          </p:cNvPr>
          <p:cNvSpPr/>
          <p:nvPr userDrawn="1"/>
        </p:nvSpPr>
        <p:spPr>
          <a:xfrm>
            <a:off x="334788" y="353022"/>
            <a:ext cx="4279392" cy="61539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3955E63F-831B-1E75-A3D2-7916C30870FC}"/>
              </a:ext>
            </a:extLst>
          </p:cNvPr>
          <p:cNvSpPr>
            <a:spLocks noGrp="1"/>
          </p:cNvSpPr>
          <p:nvPr>
            <p:ph type="dt" sz="half" idx="19"/>
          </p:nvPr>
        </p:nvSpPr>
        <p:spPr/>
        <p:txBody>
          <a:bodyPr/>
          <a:lstStyle/>
          <a:p>
            <a:fld id="{CA325475-EA0F-49B2-A586-CC0D8CB91667}" type="datetime1">
              <a:rPr lang="en-US" smtClean="0"/>
              <a:pPr/>
              <a:t>2/19/26</a:t>
            </a:fld>
            <a:endParaRPr lang="en-US"/>
          </a:p>
        </p:txBody>
      </p:sp>
      <p:sp>
        <p:nvSpPr>
          <p:cNvPr id="6" name="Footer Placeholder 5">
            <a:extLst>
              <a:ext uri="{FF2B5EF4-FFF2-40B4-BE49-F238E27FC236}">
                <a16:creationId xmlns:a16="http://schemas.microsoft.com/office/drawing/2014/main" id="{AA36642A-4BF1-3042-3D1E-3F9A6461A021}"/>
              </a:ext>
            </a:extLst>
          </p:cNvPr>
          <p:cNvSpPr>
            <a:spLocks noGrp="1"/>
          </p:cNvSpPr>
          <p:nvPr>
            <p:ph type="ftr" sz="quarter" idx="20"/>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AACA4F36-7122-9562-2451-1594B9399AFD}"/>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6109622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85872" y="2130552"/>
            <a:ext cx="6620256" cy="1069848"/>
          </a:xfrm>
        </p:spPr>
        <p:txBody>
          <a:bodyPr anchor="b" anchorCtr="0">
            <a:normAutofit/>
          </a:bodyPr>
          <a:lstStyle>
            <a:lvl1pPr algn="ctr">
              <a:defRPr sz="36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4280" y="3337560"/>
            <a:ext cx="4663440" cy="1645920"/>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107640D-701E-4505-B3CF-EF9407231E3A}" type="datetime1">
              <a:rPr lang="en-US" smtClean="0"/>
              <a:t>2/19/26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B513DBF3-4834-1A3D-F4D5-6A81E4273385}"/>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89585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2104" y="2258568"/>
            <a:ext cx="3493008" cy="346557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465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A858915-0BD2-4619-96F8-2000A958401A}" type="datetime1">
              <a:rPr lang="en-US" smtClean="0"/>
              <a:t>2/19/26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24955F4A-423A-5B89-7048-7BF27C7621C6}"/>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07716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3582" y="1537853"/>
            <a:ext cx="3922776" cy="4087368"/>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43475" y="1538288"/>
            <a:ext cx="6404229" cy="4087368"/>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8D97C48-2090-4C6A-8BA6-AD652515C489}" type="datetime1">
              <a:rPr lang="en-US" smtClean="0"/>
              <a:t>2/19/26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E1ADE99A-A1BB-22F1-AAC4-B9657638A2B1}"/>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17191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2104" y="832104"/>
            <a:ext cx="3493008"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72000" y="832104"/>
            <a:ext cx="6775704" cy="493776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66C18EB-E5A2-46FD-AE56-36A2660D9755}" type="datetime1">
              <a:rPr lang="en-US" smtClean="0"/>
              <a:t>2/19/26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9EDAA8DC-86CE-2734-E308-CBA3FA9B61FB}"/>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6472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2104" y="832104"/>
            <a:ext cx="2834640" cy="5120640"/>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3957638" y="832104"/>
            <a:ext cx="7362634" cy="5513832"/>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E71F173-72DA-43D0-80E2-6EBC494B1FEF}" type="datetime1">
              <a:rPr lang="en-US" smtClean="0"/>
              <a:t>2/19/26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31615947-AD9C-F5FA-B88C-990D02D3AF2A}"/>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04142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172" y="615287"/>
            <a:ext cx="10963656" cy="640080"/>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614172" y="1255367"/>
            <a:ext cx="10963656" cy="4946904"/>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a:extLst>
              <a:ext uri="{FF2B5EF4-FFF2-40B4-BE49-F238E27FC236}">
                <a16:creationId xmlns:a16="http://schemas.microsoft.com/office/drawing/2014/main" id="{31615947-AD9C-F5FA-B88C-990D02D3AF2A}"/>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253C0EE3-FE78-FEE2-1C03-69EF2436C5E6}"/>
              </a:ext>
            </a:extLst>
          </p:cNvPr>
          <p:cNvSpPr>
            <a:spLocks noGrp="1"/>
          </p:cNvSpPr>
          <p:nvPr>
            <p:ph type="dt" sz="half" idx="14"/>
          </p:nvPr>
        </p:nvSpPr>
        <p:spPr/>
        <p:txBody>
          <a:bodyPr/>
          <a:lstStyle/>
          <a:p>
            <a:fld id="{CA325475-EA0F-49B2-A586-CC0D8CB91667}" type="datetime1">
              <a:rPr lang="en-US" smtClean="0"/>
              <a:pPr/>
              <a:t>2/19/26</a:t>
            </a:fld>
            <a:endParaRPr lang="en-US"/>
          </a:p>
        </p:txBody>
      </p:sp>
      <p:sp>
        <p:nvSpPr>
          <p:cNvPr id="9" name="Footer Placeholder 8">
            <a:extLst>
              <a:ext uri="{FF2B5EF4-FFF2-40B4-BE49-F238E27FC236}">
                <a16:creationId xmlns:a16="http://schemas.microsoft.com/office/drawing/2014/main" id="{0681E699-A9DC-6ADB-B033-12F132D21DFE}"/>
              </a:ext>
            </a:extLst>
          </p:cNvPr>
          <p:cNvSpPr>
            <a:spLocks noGrp="1"/>
          </p:cNvSpPr>
          <p:nvPr>
            <p:ph type="ftr" sz="quarter" idx="15"/>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43B6FDC-9009-70D8-0C26-1572C9670082}"/>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1683748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ADE08559-D5C4-B55F-FEE7-A549DCB41B2C}"/>
              </a:ext>
            </a:extLst>
          </p:cNvPr>
          <p:cNvSpPr>
            <a:spLocks noGrp="1"/>
          </p:cNvSpPr>
          <p:nvPr>
            <p:ph type="title"/>
          </p:nvPr>
        </p:nvSpPr>
        <p:spPr>
          <a:xfrm>
            <a:off x="795528" y="839871"/>
            <a:ext cx="3063240" cy="1527048"/>
          </a:xfrm>
        </p:spPr>
        <p:txBody>
          <a:bodyPr anchor="b">
            <a:normAutofit/>
          </a:bodyPr>
          <a:lstStyle>
            <a:lvl1pPr>
              <a:defRPr sz="3200"/>
            </a:lvl1pPr>
          </a:lstStyle>
          <a:p>
            <a:r>
              <a:rPr lang="en-US"/>
              <a:t>Click to edit Master title style</a:t>
            </a:r>
          </a:p>
        </p:txBody>
      </p:sp>
      <p:sp>
        <p:nvSpPr>
          <p:cNvPr id="4" name="Rectangle 3">
            <a:extLst>
              <a:ext uri="{FF2B5EF4-FFF2-40B4-BE49-F238E27FC236}">
                <a16:creationId xmlns:a16="http://schemas.microsoft.com/office/drawing/2014/main" id="{F4B5FEEF-AA1C-DF09-81DC-C263DDF653CF}"/>
              </a:ext>
            </a:extLst>
          </p:cNvPr>
          <p:cNvSpPr/>
          <p:nvPr userDrawn="1"/>
        </p:nvSpPr>
        <p:spPr>
          <a:xfrm>
            <a:off x="337457" y="351065"/>
            <a:ext cx="3941064"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ontent Placeholder 7">
            <a:extLst>
              <a:ext uri="{FF2B5EF4-FFF2-40B4-BE49-F238E27FC236}">
                <a16:creationId xmlns:a16="http://schemas.microsoft.com/office/drawing/2014/main" id="{35C596C1-39CE-99AF-B795-8ADB489A7DD9}"/>
              </a:ext>
            </a:extLst>
          </p:cNvPr>
          <p:cNvSpPr>
            <a:spLocks noGrp="1"/>
          </p:cNvSpPr>
          <p:nvPr>
            <p:ph sz="quarter" idx="14"/>
          </p:nvPr>
        </p:nvSpPr>
        <p:spPr>
          <a:xfrm>
            <a:off x="795527" y="2665215"/>
            <a:ext cx="3063240" cy="33777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10">
            <a:extLst>
              <a:ext uri="{FF2B5EF4-FFF2-40B4-BE49-F238E27FC236}">
                <a16:creationId xmlns:a16="http://schemas.microsoft.com/office/drawing/2014/main" id="{AE6DCEAB-84EB-B279-E311-AD2445A96CBF}"/>
              </a:ext>
            </a:extLst>
          </p:cNvPr>
          <p:cNvSpPr>
            <a:spLocks noGrp="1"/>
          </p:cNvSpPr>
          <p:nvPr>
            <p:ph type="pic" sz="quarter" idx="18" hasCustomPrompt="1"/>
          </p:nvPr>
        </p:nvSpPr>
        <p:spPr>
          <a:xfrm>
            <a:off x="4408575" y="365760"/>
            <a:ext cx="742492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a:t> </a:t>
            </a:r>
          </a:p>
        </p:txBody>
      </p:sp>
      <p:sp>
        <p:nvSpPr>
          <p:cNvPr id="6" name="Rectangle 5">
            <a:extLst>
              <a:ext uri="{FF2B5EF4-FFF2-40B4-BE49-F238E27FC236}">
                <a16:creationId xmlns:a16="http://schemas.microsoft.com/office/drawing/2014/main" id="{85239BDE-DD79-5CB8-2F90-0AED70B4C2F7}"/>
              </a:ext>
            </a:extLst>
          </p:cNvPr>
          <p:cNvSpPr/>
          <p:nvPr userDrawn="1"/>
        </p:nvSpPr>
        <p:spPr>
          <a:xfrm>
            <a:off x="4408575" y="351065"/>
            <a:ext cx="7440673"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7C1037C4-D7CB-E822-E47E-57790F243FD1}"/>
              </a:ext>
            </a:extLst>
          </p:cNvPr>
          <p:cNvSpPr>
            <a:spLocks noGrp="1"/>
          </p:cNvSpPr>
          <p:nvPr>
            <p:ph type="dt" sz="half" idx="19"/>
          </p:nvPr>
        </p:nvSpPr>
        <p:spPr/>
        <p:txBody>
          <a:bodyPr/>
          <a:lstStyle/>
          <a:p>
            <a:fld id="{CA325475-EA0F-49B2-A586-CC0D8CB91667}" type="datetime1">
              <a:rPr lang="en-US" smtClean="0"/>
              <a:pPr/>
              <a:t>2/19/26</a:t>
            </a:fld>
            <a:endParaRPr lang="en-US"/>
          </a:p>
        </p:txBody>
      </p:sp>
      <p:sp>
        <p:nvSpPr>
          <p:cNvPr id="5" name="Footer Placeholder 4">
            <a:extLst>
              <a:ext uri="{FF2B5EF4-FFF2-40B4-BE49-F238E27FC236}">
                <a16:creationId xmlns:a16="http://schemas.microsoft.com/office/drawing/2014/main" id="{8135CE1D-F6D3-A8A3-782F-E5E88CCE35F5}"/>
              </a:ext>
            </a:extLst>
          </p:cNvPr>
          <p:cNvSpPr>
            <a:spLocks noGrp="1"/>
          </p:cNvSpPr>
          <p:nvPr>
            <p:ph type="ftr" sz="quarter" idx="20"/>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9646B925-EE67-154D-EB15-4D346059F95B}"/>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2905424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DFB1570C-2A53-2BD0-0955-F14E33A43C9A}"/>
              </a:ext>
            </a:extLst>
          </p:cNvPr>
          <p:cNvSpPr>
            <a:spLocks noGrp="1"/>
          </p:cNvSpPr>
          <p:nvPr>
            <p:ph type="title"/>
          </p:nvPr>
        </p:nvSpPr>
        <p:spPr>
          <a:xfrm>
            <a:off x="8359712" y="839871"/>
            <a:ext cx="3065002" cy="1527048"/>
          </a:xfrm>
        </p:spPr>
        <p:txBody>
          <a:bodyPr anchor="b">
            <a:normAutofit/>
          </a:bodyPr>
          <a:lstStyle>
            <a:lvl1pPr>
              <a:defRPr sz="3200"/>
            </a:lvl1pPr>
          </a:lstStyle>
          <a:p>
            <a:r>
              <a:rPr lang="en-US"/>
              <a:t>Click to edit Master title style</a:t>
            </a:r>
          </a:p>
        </p:txBody>
      </p:sp>
      <p:sp>
        <p:nvSpPr>
          <p:cNvPr id="7" name="Picture Placeholder 10">
            <a:extLst>
              <a:ext uri="{FF2B5EF4-FFF2-40B4-BE49-F238E27FC236}">
                <a16:creationId xmlns:a16="http://schemas.microsoft.com/office/drawing/2014/main" id="{9EDFF69E-D657-B8DE-43CD-6A0AA98FBA6E}"/>
              </a:ext>
            </a:extLst>
          </p:cNvPr>
          <p:cNvSpPr>
            <a:spLocks noGrp="1"/>
          </p:cNvSpPr>
          <p:nvPr>
            <p:ph type="pic" sz="quarter" idx="18" hasCustomPrompt="1"/>
          </p:nvPr>
        </p:nvSpPr>
        <p:spPr>
          <a:xfrm>
            <a:off x="346440" y="361188"/>
            <a:ext cx="742492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a:t> </a:t>
            </a:r>
          </a:p>
        </p:txBody>
      </p:sp>
      <p:sp>
        <p:nvSpPr>
          <p:cNvPr id="5" name="Rectangle 4">
            <a:extLst>
              <a:ext uri="{FF2B5EF4-FFF2-40B4-BE49-F238E27FC236}">
                <a16:creationId xmlns:a16="http://schemas.microsoft.com/office/drawing/2014/main" id="{B0778FDB-57BB-4A24-EB2F-31B3DCA2ED9F}"/>
              </a:ext>
            </a:extLst>
          </p:cNvPr>
          <p:cNvSpPr/>
          <p:nvPr userDrawn="1"/>
        </p:nvSpPr>
        <p:spPr>
          <a:xfrm>
            <a:off x="7904606" y="351065"/>
            <a:ext cx="394464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ontent Placeholder 7">
            <a:extLst>
              <a:ext uri="{FF2B5EF4-FFF2-40B4-BE49-F238E27FC236}">
                <a16:creationId xmlns:a16="http://schemas.microsoft.com/office/drawing/2014/main" id="{B52381D3-CD5D-B295-5DE8-247DE26D2410}"/>
              </a:ext>
            </a:extLst>
          </p:cNvPr>
          <p:cNvSpPr>
            <a:spLocks noGrp="1"/>
          </p:cNvSpPr>
          <p:nvPr>
            <p:ph sz="quarter" idx="14"/>
          </p:nvPr>
        </p:nvSpPr>
        <p:spPr>
          <a:xfrm>
            <a:off x="8359712" y="2665215"/>
            <a:ext cx="3065002" cy="33777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3A87F64-B10E-D3EC-86DC-A74D615B4819}"/>
              </a:ext>
            </a:extLst>
          </p:cNvPr>
          <p:cNvSpPr/>
          <p:nvPr userDrawn="1"/>
        </p:nvSpPr>
        <p:spPr>
          <a:xfrm>
            <a:off x="337456" y="351064"/>
            <a:ext cx="7442897"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93B77D22-A82C-44F7-6BC2-B414E8E7914D}"/>
              </a:ext>
            </a:extLst>
          </p:cNvPr>
          <p:cNvSpPr>
            <a:spLocks noGrp="1"/>
          </p:cNvSpPr>
          <p:nvPr>
            <p:ph type="dt" sz="half" idx="19"/>
          </p:nvPr>
        </p:nvSpPr>
        <p:spPr/>
        <p:txBody>
          <a:bodyPr/>
          <a:lstStyle/>
          <a:p>
            <a:fld id="{CA325475-EA0F-49B2-A586-CC0D8CB91667}" type="datetime1">
              <a:rPr lang="en-US" smtClean="0"/>
              <a:pPr/>
              <a:t>2/19/26</a:t>
            </a:fld>
            <a:endParaRPr lang="en-US"/>
          </a:p>
        </p:txBody>
      </p:sp>
      <p:sp>
        <p:nvSpPr>
          <p:cNvPr id="4" name="Footer Placeholder 3">
            <a:extLst>
              <a:ext uri="{FF2B5EF4-FFF2-40B4-BE49-F238E27FC236}">
                <a16:creationId xmlns:a16="http://schemas.microsoft.com/office/drawing/2014/main" id="{42ED6638-8710-3EEF-9CFC-179C59D52F51}"/>
              </a:ext>
            </a:extLst>
          </p:cNvPr>
          <p:cNvSpPr>
            <a:spLocks noGrp="1"/>
          </p:cNvSpPr>
          <p:nvPr>
            <p:ph type="ftr" sz="quarter" idx="20"/>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0ADBAD3B-23C1-82B0-757B-7CE2813B42D8}"/>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1197489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5024647"/>
            <a:ext cx="3739896" cy="1207851"/>
          </a:xfrm>
        </p:spPr>
        <p:txBody>
          <a:bodyPr anchor="ctr">
            <a:normAutofit/>
          </a:bodyPr>
          <a:lstStyle>
            <a:lvl1pPr>
              <a:defRPr sz="3200"/>
            </a:lvl1pPr>
          </a:lstStyle>
          <a:p>
            <a:r>
              <a:rPr lang="en-US"/>
              <a:t>Click to edit Master title style</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357974"/>
            <a:ext cx="11494008" cy="4270248"/>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24647"/>
            <a:ext cx="6041938" cy="1207851"/>
          </a:xfrm>
        </p:spPr>
        <p:txBody>
          <a:bodyPr anchor="ctr">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2/19/26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21733" y="4758374"/>
            <a:ext cx="11527515" cy="17485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EBCA5AC-C8BF-B7FA-04BB-F8A5A14F6F64}"/>
              </a:ext>
            </a:extLst>
          </p:cNvPr>
          <p:cNvSpPr/>
          <p:nvPr userDrawn="1"/>
        </p:nvSpPr>
        <p:spPr>
          <a:xfrm>
            <a:off x="337456" y="351064"/>
            <a:ext cx="11511792" cy="428406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97764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04306" y="817137"/>
            <a:ext cx="4192166" cy="1527048"/>
          </a:xfrm>
        </p:spPr>
        <p:txBody>
          <a:bodyPr anchor="b"/>
          <a:lstStyle>
            <a:lvl1pPr>
              <a:defRPr sz="3600"/>
            </a:lvl1pPr>
          </a:lstStyle>
          <a:p>
            <a:r>
              <a:rPr lang="en-US"/>
              <a:t>Click to edit Master title style</a:t>
            </a:r>
          </a:p>
        </p:txBody>
      </p:sp>
      <p:sp>
        <p:nvSpPr>
          <p:cNvPr id="9" name="Picture Placeholder 10">
            <a:extLst>
              <a:ext uri="{FF2B5EF4-FFF2-40B4-BE49-F238E27FC236}">
                <a16:creationId xmlns:a16="http://schemas.microsoft.com/office/drawing/2014/main" id="{442F0537-AA35-B27C-CAD5-3F9A4EAC9204}"/>
              </a:ext>
            </a:extLst>
          </p:cNvPr>
          <p:cNvSpPr>
            <a:spLocks noGrp="1"/>
          </p:cNvSpPr>
          <p:nvPr>
            <p:ph type="pic" sz="quarter" idx="18" hasCustomPrompt="1"/>
          </p:nvPr>
        </p:nvSpPr>
        <p:spPr>
          <a:xfrm>
            <a:off x="349839" y="361188"/>
            <a:ext cx="627278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a:t> </a:t>
            </a:r>
          </a:p>
        </p:txBody>
      </p:sp>
      <p:sp>
        <p:nvSpPr>
          <p:cNvPr id="4" name="Rectangle 3">
            <a:extLst>
              <a:ext uri="{FF2B5EF4-FFF2-40B4-BE49-F238E27FC236}">
                <a16:creationId xmlns:a16="http://schemas.microsoft.com/office/drawing/2014/main" id="{7C79C53C-82C0-3F48-BA66-E452F8835C0C}"/>
              </a:ext>
            </a:extLst>
          </p:cNvPr>
          <p:cNvSpPr/>
          <p:nvPr userDrawn="1"/>
        </p:nvSpPr>
        <p:spPr>
          <a:xfrm>
            <a:off x="337458" y="351064"/>
            <a:ext cx="629754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04234" y="2637763"/>
            <a:ext cx="4192899" cy="3411099"/>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a:extLst>
              <a:ext uri="{FF2B5EF4-FFF2-40B4-BE49-F238E27FC236}">
                <a16:creationId xmlns:a16="http://schemas.microsoft.com/office/drawing/2014/main" id="{D029C0DC-4CF1-BF5F-9799-7F5EFFD594AE}"/>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10C5241C-A695-5757-744E-AB1824BCED7B}"/>
              </a:ext>
            </a:extLst>
          </p:cNvPr>
          <p:cNvSpPr>
            <a:spLocks noGrp="1"/>
          </p:cNvSpPr>
          <p:nvPr>
            <p:ph type="dt" sz="half" idx="19"/>
          </p:nvPr>
        </p:nvSpPr>
        <p:spPr/>
        <p:txBody>
          <a:bodyPr/>
          <a:lstStyle/>
          <a:p>
            <a:fld id="{CA325475-EA0F-49B2-A586-CC0D8CB91667}" type="datetime1">
              <a:rPr lang="en-US" smtClean="0"/>
              <a:pPr/>
              <a:t>2/19/26</a:t>
            </a:fld>
            <a:endParaRPr lang="en-US"/>
          </a:p>
        </p:txBody>
      </p:sp>
      <p:sp>
        <p:nvSpPr>
          <p:cNvPr id="6" name="Footer Placeholder 5">
            <a:extLst>
              <a:ext uri="{FF2B5EF4-FFF2-40B4-BE49-F238E27FC236}">
                <a16:creationId xmlns:a16="http://schemas.microsoft.com/office/drawing/2014/main" id="{B486C41F-1C9D-B14A-9954-F5ED7CA31A56}"/>
              </a:ext>
            </a:extLst>
          </p:cNvPr>
          <p:cNvSpPr>
            <a:spLocks noGrp="1"/>
          </p:cNvSpPr>
          <p:nvPr>
            <p:ph type="ftr" sz="quarter" idx="20"/>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FFFE49CA-E378-F621-C4C4-6F60EA26E6D5}"/>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66341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9A0B94D-2DD1-875D-B541-D604110F25F1}"/>
              </a:ext>
            </a:extLst>
          </p:cNvPr>
          <p:cNvSpPr>
            <a:spLocks noGrp="1"/>
          </p:cNvSpPr>
          <p:nvPr>
            <p:ph type="title"/>
          </p:nvPr>
        </p:nvSpPr>
        <p:spPr>
          <a:xfrm>
            <a:off x="819372" y="817137"/>
            <a:ext cx="4337407" cy="1527048"/>
          </a:xfrm>
        </p:spPr>
        <p:txBody>
          <a:bodyPr anchor="b"/>
          <a:lstStyle>
            <a:lvl1pPr>
              <a:defRPr sz="3600"/>
            </a:lvl1pPr>
          </a:lstStyle>
          <a:p>
            <a:r>
              <a:rPr lang="en-US"/>
              <a:t>Click to edit Master title style</a:t>
            </a:r>
          </a:p>
        </p:txBody>
      </p:sp>
      <p:sp>
        <p:nvSpPr>
          <p:cNvPr id="16" name="Content Placeholder 7">
            <a:extLst>
              <a:ext uri="{FF2B5EF4-FFF2-40B4-BE49-F238E27FC236}">
                <a16:creationId xmlns:a16="http://schemas.microsoft.com/office/drawing/2014/main" id="{21D88E16-573F-A597-7EE7-887CF9D8D3F1}"/>
              </a:ext>
            </a:extLst>
          </p:cNvPr>
          <p:cNvSpPr>
            <a:spLocks noGrp="1"/>
          </p:cNvSpPr>
          <p:nvPr>
            <p:ph sz="quarter" idx="14"/>
          </p:nvPr>
        </p:nvSpPr>
        <p:spPr>
          <a:xfrm>
            <a:off x="819301" y="2637763"/>
            <a:ext cx="4338165" cy="3411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10">
            <a:extLst>
              <a:ext uri="{FF2B5EF4-FFF2-40B4-BE49-F238E27FC236}">
                <a16:creationId xmlns:a16="http://schemas.microsoft.com/office/drawing/2014/main" id="{6A972FDA-9B64-2E1F-84D9-B8941D9AC82B}"/>
              </a:ext>
            </a:extLst>
          </p:cNvPr>
          <p:cNvSpPr>
            <a:spLocks noGrp="1"/>
          </p:cNvSpPr>
          <p:nvPr>
            <p:ph type="pic" sz="quarter" idx="18" hasCustomPrompt="1"/>
          </p:nvPr>
        </p:nvSpPr>
        <p:spPr>
          <a:xfrm>
            <a:off x="5752063" y="361188"/>
            <a:ext cx="608990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a:t> </a:t>
            </a:r>
          </a:p>
        </p:txBody>
      </p:sp>
      <p:sp>
        <p:nvSpPr>
          <p:cNvPr id="4" name="Rectangle 3">
            <a:extLst>
              <a:ext uri="{FF2B5EF4-FFF2-40B4-BE49-F238E27FC236}">
                <a16:creationId xmlns:a16="http://schemas.microsoft.com/office/drawing/2014/main" id="{6AB7641C-0FEE-FC12-84B6-FDB399A2110B}"/>
              </a:ext>
            </a:extLst>
          </p:cNvPr>
          <p:cNvSpPr/>
          <p:nvPr userDrawn="1"/>
        </p:nvSpPr>
        <p:spPr>
          <a:xfrm>
            <a:off x="337457" y="351065"/>
            <a:ext cx="528268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092A368-511B-76F6-C241-598461CF9E5C}"/>
              </a:ext>
            </a:extLst>
          </p:cNvPr>
          <p:cNvSpPr/>
          <p:nvPr userDrawn="1"/>
        </p:nvSpPr>
        <p:spPr>
          <a:xfrm>
            <a:off x="5744782" y="351064"/>
            <a:ext cx="610446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83862476-C6C3-75C3-F440-74F469A967A1}"/>
              </a:ext>
            </a:extLst>
          </p:cNvPr>
          <p:cNvSpPr>
            <a:spLocks noGrp="1"/>
          </p:cNvSpPr>
          <p:nvPr>
            <p:ph type="dt" sz="half" idx="19"/>
          </p:nvPr>
        </p:nvSpPr>
        <p:spPr/>
        <p:txBody>
          <a:bodyPr/>
          <a:lstStyle/>
          <a:p>
            <a:fld id="{CA325475-EA0F-49B2-A586-CC0D8CB91667}" type="datetime1">
              <a:rPr lang="en-US" smtClean="0"/>
              <a:pPr/>
              <a:t>2/19/26</a:t>
            </a:fld>
            <a:endParaRPr lang="en-US"/>
          </a:p>
        </p:txBody>
      </p:sp>
      <p:sp>
        <p:nvSpPr>
          <p:cNvPr id="3" name="Footer Placeholder 2">
            <a:extLst>
              <a:ext uri="{FF2B5EF4-FFF2-40B4-BE49-F238E27FC236}">
                <a16:creationId xmlns:a16="http://schemas.microsoft.com/office/drawing/2014/main" id="{E7180EED-4901-3AAF-D90A-6939CE7EFC54}"/>
              </a:ext>
            </a:extLst>
          </p:cNvPr>
          <p:cNvSpPr>
            <a:spLocks noGrp="1"/>
          </p:cNvSpPr>
          <p:nvPr>
            <p:ph type="ftr" sz="quarter" idx="20"/>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E2DB5DB-B146-43DC-2A42-3440832AACC7}"/>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8736618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73949" y="819804"/>
            <a:ext cx="6022523" cy="1143000"/>
          </a:xfrm>
        </p:spPr>
        <p:txBody>
          <a:bodyPr anchor="b"/>
          <a:lstStyle/>
          <a:p>
            <a:r>
              <a:rPr lang="en-US"/>
              <a:t>Click to edit Master title style</a:t>
            </a:r>
          </a:p>
        </p:txBody>
      </p:sp>
      <p:sp>
        <p:nvSpPr>
          <p:cNvPr id="12" name="Picture Placeholder 10">
            <a:extLst>
              <a:ext uri="{FF2B5EF4-FFF2-40B4-BE49-F238E27FC236}">
                <a16:creationId xmlns:a16="http://schemas.microsoft.com/office/drawing/2014/main" id="{012C0B99-EF0E-8361-CB67-7A1CB46A5197}"/>
              </a:ext>
            </a:extLst>
          </p:cNvPr>
          <p:cNvSpPr>
            <a:spLocks noGrp="1"/>
          </p:cNvSpPr>
          <p:nvPr>
            <p:ph type="pic" sz="quarter" idx="18" hasCustomPrompt="1"/>
          </p:nvPr>
        </p:nvSpPr>
        <p:spPr>
          <a:xfrm>
            <a:off x="356616" y="361186"/>
            <a:ext cx="443484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52341" y="2235200"/>
            <a:ext cx="6044132" cy="38029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6BA43DA6-AD92-1399-A6A7-42F89C87DC1A}"/>
              </a:ext>
            </a:extLst>
          </p:cNvPr>
          <p:cNvSpPr/>
          <p:nvPr userDrawn="1"/>
        </p:nvSpPr>
        <p:spPr>
          <a:xfrm>
            <a:off x="337455" y="351064"/>
            <a:ext cx="4462272"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B4474DB-FD35-4937-0024-1F6311BC8B2F}"/>
              </a:ext>
            </a:extLst>
          </p:cNvPr>
          <p:cNvSpPr/>
          <p:nvPr userDrawn="1"/>
        </p:nvSpPr>
        <p:spPr>
          <a:xfrm>
            <a:off x="4915879" y="351065"/>
            <a:ext cx="6938663"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D3E7D411-4BBB-D7F2-AA01-60F0E96ADECC}"/>
              </a:ext>
            </a:extLst>
          </p:cNvPr>
          <p:cNvSpPr>
            <a:spLocks noGrp="1"/>
          </p:cNvSpPr>
          <p:nvPr>
            <p:ph type="dt" sz="half" idx="19"/>
          </p:nvPr>
        </p:nvSpPr>
        <p:spPr>
          <a:xfrm>
            <a:off x="5349240" y="6498770"/>
            <a:ext cx="1328651" cy="359229"/>
          </a:xfrm>
        </p:spPr>
        <p:txBody>
          <a:bodyPr/>
          <a:lstStyle/>
          <a:p>
            <a:fld id="{CA325475-EA0F-49B2-A586-CC0D8CB91667}" type="datetime1">
              <a:rPr lang="en-US" smtClean="0"/>
              <a:pPr/>
              <a:t>2/19/26</a:t>
            </a:fld>
            <a:endParaRPr lang="en-US"/>
          </a:p>
        </p:txBody>
      </p:sp>
      <p:sp>
        <p:nvSpPr>
          <p:cNvPr id="7" name="Footer Placeholder 6">
            <a:extLst>
              <a:ext uri="{FF2B5EF4-FFF2-40B4-BE49-F238E27FC236}">
                <a16:creationId xmlns:a16="http://schemas.microsoft.com/office/drawing/2014/main" id="{7EADEDE4-1283-DC77-8774-CE66A7FCFC57}"/>
              </a:ext>
            </a:extLst>
          </p:cNvPr>
          <p:cNvSpPr>
            <a:spLocks noGrp="1"/>
          </p:cNvSpPr>
          <p:nvPr>
            <p:ph type="ftr" sz="quarter" idx="20"/>
          </p:nvPr>
        </p:nvSpPr>
        <p:spPr/>
        <p:txBody>
          <a:bodyPr/>
          <a:lstStyle/>
          <a:p>
            <a:r>
              <a:rPr lang="en-US"/>
              <a:t>Sample Footer Text</a:t>
            </a:r>
          </a:p>
        </p:txBody>
      </p:sp>
      <p:sp>
        <p:nvSpPr>
          <p:cNvPr id="11" name="Slide Number Placeholder 10">
            <a:extLst>
              <a:ext uri="{FF2B5EF4-FFF2-40B4-BE49-F238E27FC236}">
                <a16:creationId xmlns:a16="http://schemas.microsoft.com/office/drawing/2014/main" id="{C4205AEA-132E-F82A-F279-CF7FB6417B91}"/>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8504245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6708" y="826408"/>
            <a:ext cx="60225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96834" y="2243328"/>
            <a:ext cx="6022524" cy="38055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10">
            <a:extLst>
              <a:ext uri="{FF2B5EF4-FFF2-40B4-BE49-F238E27FC236}">
                <a16:creationId xmlns:a16="http://schemas.microsoft.com/office/drawing/2014/main" id="{13B8FE68-7B6E-3218-44A6-F1880E54EE81}"/>
              </a:ext>
            </a:extLst>
          </p:cNvPr>
          <p:cNvSpPr>
            <a:spLocks noGrp="1"/>
          </p:cNvSpPr>
          <p:nvPr>
            <p:ph type="pic" sz="quarter" idx="18" hasCustomPrompt="1"/>
          </p:nvPr>
        </p:nvSpPr>
        <p:spPr>
          <a:xfrm>
            <a:off x="7401964" y="361186"/>
            <a:ext cx="443484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a:t> </a:t>
            </a:r>
          </a:p>
        </p:txBody>
      </p:sp>
      <p:sp>
        <p:nvSpPr>
          <p:cNvPr id="3" name="Rectangle 2">
            <a:extLst>
              <a:ext uri="{FF2B5EF4-FFF2-40B4-BE49-F238E27FC236}">
                <a16:creationId xmlns:a16="http://schemas.microsoft.com/office/drawing/2014/main" id="{519D2FFC-2E73-8E67-42FD-E85E9D7166B6}"/>
              </a:ext>
            </a:extLst>
          </p:cNvPr>
          <p:cNvSpPr/>
          <p:nvPr userDrawn="1"/>
        </p:nvSpPr>
        <p:spPr>
          <a:xfrm>
            <a:off x="337457" y="351065"/>
            <a:ext cx="6939845"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B0B6AB1-45E0-8ED2-07D0-7F09A97072E8}"/>
              </a:ext>
            </a:extLst>
          </p:cNvPr>
          <p:cNvSpPr/>
          <p:nvPr userDrawn="1"/>
        </p:nvSpPr>
        <p:spPr>
          <a:xfrm>
            <a:off x="7392820" y="351063"/>
            <a:ext cx="445312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a:extLst>
              <a:ext uri="{FF2B5EF4-FFF2-40B4-BE49-F238E27FC236}">
                <a16:creationId xmlns:a16="http://schemas.microsoft.com/office/drawing/2014/main" id="{66BCA70D-4E1A-9515-CF3A-C9ADDAEA5180}"/>
              </a:ext>
            </a:extLst>
          </p:cNvPr>
          <p:cNvSpPr>
            <a:spLocks noGrp="1"/>
          </p:cNvSpPr>
          <p:nvPr>
            <p:ph type="dt" sz="half" idx="19"/>
          </p:nvPr>
        </p:nvSpPr>
        <p:spPr/>
        <p:txBody>
          <a:bodyPr/>
          <a:lstStyle/>
          <a:p>
            <a:fld id="{CA325475-EA0F-49B2-A586-CC0D8CB91667}" type="datetime1">
              <a:rPr lang="en-US" smtClean="0"/>
              <a:pPr/>
              <a:t>2/19/26</a:t>
            </a:fld>
            <a:endParaRPr lang="en-US"/>
          </a:p>
        </p:txBody>
      </p:sp>
      <p:sp>
        <p:nvSpPr>
          <p:cNvPr id="7" name="Footer Placeholder 6">
            <a:extLst>
              <a:ext uri="{FF2B5EF4-FFF2-40B4-BE49-F238E27FC236}">
                <a16:creationId xmlns:a16="http://schemas.microsoft.com/office/drawing/2014/main" id="{6CE00F06-2901-FA79-7DB4-8439628B19A8}"/>
              </a:ext>
            </a:extLst>
          </p:cNvPr>
          <p:cNvSpPr>
            <a:spLocks noGrp="1"/>
          </p:cNvSpPr>
          <p:nvPr>
            <p:ph type="ftr" sz="quarter" idx="20"/>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3892C729-DF2C-B480-6535-64FC89E4561A}"/>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8681008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4336837"/>
            <a:ext cx="3739896" cy="1863698"/>
          </a:xfrm>
        </p:spPr>
        <p:txBody>
          <a:bodyPr anchor="ctr">
            <a:normAutofit/>
          </a:bodyPr>
          <a:lstStyle>
            <a:lvl1pPr>
              <a:defRPr sz="3200"/>
            </a:lvl1pPr>
          </a:lstStyle>
          <a:p>
            <a:r>
              <a:rPr lang="en-US"/>
              <a:t>Click to edit Master title style</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358671"/>
            <a:ext cx="11494008" cy="3547872"/>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4336837"/>
            <a:ext cx="6041938" cy="1863698"/>
          </a:xfrm>
        </p:spPr>
        <p:txBody>
          <a:bodyPr anchor="ct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2/19/26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37456" y="4038600"/>
            <a:ext cx="11527515" cy="246833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5541655-3554-4192-AE10-BB95B2B3FCA7}"/>
              </a:ext>
            </a:extLst>
          </p:cNvPr>
          <p:cNvSpPr/>
          <p:nvPr userDrawn="1"/>
        </p:nvSpPr>
        <p:spPr>
          <a:xfrm>
            <a:off x="339852" y="351064"/>
            <a:ext cx="11512296" cy="356308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84438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647156"/>
            <a:ext cx="3739896" cy="1863698"/>
          </a:xfrm>
        </p:spPr>
        <p:txBody>
          <a:bodyPr anchor="ctr">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647156"/>
            <a:ext cx="6041938" cy="1863698"/>
          </a:xfrm>
        </p:spPr>
        <p:txBody>
          <a:bodyPr anchor="ct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2940988"/>
            <a:ext cx="11494008" cy="3547872"/>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2/19/26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37456" y="348919"/>
            <a:ext cx="11527515" cy="246833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5541655-3554-4192-AE10-BB95B2B3FCA7}"/>
              </a:ext>
            </a:extLst>
          </p:cNvPr>
          <p:cNvSpPr/>
          <p:nvPr userDrawn="1"/>
        </p:nvSpPr>
        <p:spPr>
          <a:xfrm>
            <a:off x="339852" y="2933381"/>
            <a:ext cx="11512296" cy="356308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22044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89438" y="826408"/>
            <a:ext cx="4663440" cy="932688"/>
          </a:xfrm>
        </p:spPr>
        <p:txBody>
          <a:bodyPr anchor="b"/>
          <a:lstStyle>
            <a:lvl1pPr>
              <a:defRPr sz="3200"/>
            </a:lvl1pPr>
          </a:lstStyle>
          <a:p>
            <a:r>
              <a:rPr lang="en-US"/>
              <a:t>Click to edit Master title style</a:t>
            </a:r>
          </a:p>
        </p:txBody>
      </p:sp>
      <p:sp>
        <p:nvSpPr>
          <p:cNvPr id="9" name="Picture Placeholder 10">
            <a:extLst>
              <a:ext uri="{FF2B5EF4-FFF2-40B4-BE49-F238E27FC236}">
                <a16:creationId xmlns:a16="http://schemas.microsoft.com/office/drawing/2014/main" id="{9CA91B26-FF37-7619-CA98-3BF61F56874C}"/>
              </a:ext>
            </a:extLst>
          </p:cNvPr>
          <p:cNvSpPr>
            <a:spLocks noGrp="1"/>
          </p:cNvSpPr>
          <p:nvPr>
            <p:ph type="pic" sz="quarter" idx="18" hasCustomPrompt="1"/>
          </p:nvPr>
        </p:nvSpPr>
        <p:spPr>
          <a:xfrm>
            <a:off x="347038" y="361188"/>
            <a:ext cx="5757377" cy="6135624"/>
          </a:xfrm>
          <a:blipFill>
            <a:blip r:embed="rId2">
              <a:alphaModFix amt="70000"/>
              <a:extLst>
                <a:ext uri="{28A0092B-C50C-407E-A947-70E740481C1C}">
                  <a14:useLocalDpi xmlns:a14="http://schemas.microsoft.com/office/drawing/2010/main" val="0"/>
                </a:ext>
              </a:extLst>
            </a:blip>
            <a:stretch>
              <a:fillRect l="-2" r="-6568"/>
            </a:stretch>
          </a:blipFill>
          <a:ln w="19050">
            <a:noFill/>
            <a:miter lim="800000"/>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699775" y="2074889"/>
            <a:ext cx="4663440" cy="3973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a:extLst>
              <a:ext uri="{FF2B5EF4-FFF2-40B4-BE49-F238E27FC236}">
                <a16:creationId xmlns:a16="http://schemas.microsoft.com/office/drawing/2014/main" id="{0B55BAA1-304B-22B8-AFFB-450B8B12DD5E}"/>
              </a:ext>
            </a:extLst>
          </p:cNvPr>
          <p:cNvSpPr/>
          <p:nvPr userDrawn="1"/>
        </p:nvSpPr>
        <p:spPr>
          <a:xfrm>
            <a:off x="6231369" y="351065"/>
            <a:ext cx="5617879"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33E9085-3DE0-967D-6FEC-87A68F2E38F7}"/>
              </a:ext>
            </a:extLst>
          </p:cNvPr>
          <p:cNvSpPr/>
          <p:nvPr userDrawn="1"/>
        </p:nvSpPr>
        <p:spPr>
          <a:xfrm>
            <a:off x="337458" y="351064"/>
            <a:ext cx="5777294"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0A73ECB8-1DC2-18B7-FB61-C5B409B1D3AB}"/>
              </a:ext>
            </a:extLst>
          </p:cNvPr>
          <p:cNvSpPr>
            <a:spLocks noGrp="1"/>
          </p:cNvSpPr>
          <p:nvPr>
            <p:ph type="dt" sz="half" idx="19"/>
          </p:nvPr>
        </p:nvSpPr>
        <p:spPr/>
        <p:txBody>
          <a:bodyPr/>
          <a:lstStyle/>
          <a:p>
            <a:fld id="{CA325475-EA0F-49B2-A586-CC0D8CB91667}" type="datetime1">
              <a:rPr lang="en-US" smtClean="0"/>
              <a:pPr/>
              <a:t>2/19/26</a:t>
            </a:fld>
            <a:endParaRPr lang="en-US"/>
          </a:p>
        </p:txBody>
      </p:sp>
      <p:sp>
        <p:nvSpPr>
          <p:cNvPr id="5" name="Footer Placeholder 4">
            <a:extLst>
              <a:ext uri="{FF2B5EF4-FFF2-40B4-BE49-F238E27FC236}">
                <a16:creationId xmlns:a16="http://schemas.microsoft.com/office/drawing/2014/main" id="{EF837014-2CDD-1654-954A-3CFB437B0F79}"/>
              </a:ext>
            </a:extLst>
          </p:cNvPr>
          <p:cNvSpPr>
            <a:spLocks noGrp="1"/>
          </p:cNvSpPr>
          <p:nvPr>
            <p:ph type="ftr" sz="quarter" idx="20"/>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44609910-6F41-81DC-11BD-5C3B23FB661D}"/>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2624673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5792E787-2C43-9150-BA2C-843318A1AFFF}"/>
              </a:ext>
            </a:extLst>
          </p:cNvPr>
          <p:cNvSpPr>
            <a:spLocks noGrp="1"/>
          </p:cNvSpPr>
          <p:nvPr>
            <p:ph type="title"/>
          </p:nvPr>
        </p:nvSpPr>
        <p:spPr>
          <a:xfrm>
            <a:off x="795526" y="826408"/>
            <a:ext cx="4663440" cy="932688"/>
          </a:xfrm>
        </p:spPr>
        <p:txBody>
          <a:bodyPr anchor="b"/>
          <a:lstStyle>
            <a:lvl1pPr>
              <a:defRPr sz="3200"/>
            </a:lvl1pPr>
          </a:lstStyle>
          <a:p>
            <a:r>
              <a:rPr lang="en-US"/>
              <a:t>Click to edit Master title style</a:t>
            </a:r>
          </a:p>
        </p:txBody>
      </p:sp>
      <p:sp>
        <p:nvSpPr>
          <p:cNvPr id="16" name="Content Placeholder 7">
            <a:extLst>
              <a:ext uri="{FF2B5EF4-FFF2-40B4-BE49-F238E27FC236}">
                <a16:creationId xmlns:a16="http://schemas.microsoft.com/office/drawing/2014/main" id="{BD289B8E-2849-E156-7279-DA72F5F75F07}"/>
              </a:ext>
            </a:extLst>
          </p:cNvPr>
          <p:cNvSpPr>
            <a:spLocks noGrp="1"/>
          </p:cNvSpPr>
          <p:nvPr>
            <p:ph sz="quarter" idx="14"/>
          </p:nvPr>
        </p:nvSpPr>
        <p:spPr>
          <a:xfrm>
            <a:off x="806111" y="2074889"/>
            <a:ext cx="4663440" cy="3973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0">
            <a:extLst>
              <a:ext uri="{FF2B5EF4-FFF2-40B4-BE49-F238E27FC236}">
                <a16:creationId xmlns:a16="http://schemas.microsoft.com/office/drawing/2014/main" id="{FD7785D8-F9B0-93D3-47A3-4ECAC8829E2B}"/>
              </a:ext>
            </a:extLst>
          </p:cNvPr>
          <p:cNvSpPr>
            <a:spLocks noGrp="1"/>
          </p:cNvSpPr>
          <p:nvPr>
            <p:ph type="pic" sz="quarter" idx="18" hasCustomPrompt="1"/>
          </p:nvPr>
        </p:nvSpPr>
        <p:spPr>
          <a:xfrm>
            <a:off x="6076602" y="361188"/>
            <a:ext cx="5757377" cy="6135624"/>
          </a:xfrm>
          <a:blipFill>
            <a:blip r:embed="rId2">
              <a:alphaModFix amt="70000"/>
              <a:extLst>
                <a:ext uri="{28A0092B-C50C-407E-A947-70E740481C1C}">
                  <a14:useLocalDpi xmlns:a14="http://schemas.microsoft.com/office/drawing/2010/main" val="0"/>
                </a:ext>
              </a:extLst>
            </a:blip>
            <a:stretch>
              <a:fillRect l="-2" r="-6568"/>
            </a:stretch>
          </a:blipFill>
          <a:ln w="19050">
            <a:noFill/>
            <a:miter lim="800000"/>
          </a:ln>
        </p:spPr>
        <p:txBody>
          <a:bodyPr/>
          <a:lstStyle>
            <a:lvl1pPr marL="0" indent="0">
              <a:buNone/>
              <a:defRPr/>
            </a:lvl1pPr>
          </a:lstStyle>
          <a:p>
            <a:r>
              <a:rPr lang="en-US"/>
              <a:t> </a:t>
            </a:r>
          </a:p>
        </p:txBody>
      </p:sp>
      <p:sp>
        <p:nvSpPr>
          <p:cNvPr id="4" name="Rectangle 3">
            <a:extLst>
              <a:ext uri="{FF2B5EF4-FFF2-40B4-BE49-F238E27FC236}">
                <a16:creationId xmlns:a16="http://schemas.microsoft.com/office/drawing/2014/main" id="{DFCDBE87-6A57-2D73-C222-305AF961B664}"/>
              </a:ext>
            </a:extLst>
          </p:cNvPr>
          <p:cNvSpPr/>
          <p:nvPr userDrawn="1"/>
        </p:nvSpPr>
        <p:spPr>
          <a:xfrm>
            <a:off x="337457" y="351065"/>
            <a:ext cx="560074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17F243C-548D-9C48-60F5-BC8D58A018DE}"/>
              </a:ext>
            </a:extLst>
          </p:cNvPr>
          <p:cNvSpPr/>
          <p:nvPr userDrawn="1"/>
        </p:nvSpPr>
        <p:spPr>
          <a:xfrm>
            <a:off x="6059206" y="351065"/>
            <a:ext cx="579004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CA039A1F-C7CE-E7D6-1B4E-1ACBB57F36D3}"/>
              </a:ext>
            </a:extLst>
          </p:cNvPr>
          <p:cNvSpPr>
            <a:spLocks noGrp="1"/>
          </p:cNvSpPr>
          <p:nvPr>
            <p:ph type="dt" sz="half" idx="19"/>
          </p:nvPr>
        </p:nvSpPr>
        <p:spPr/>
        <p:txBody>
          <a:bodyPr/>
          <a:lstStyle/>
          <a:p>
            <a:fld id="{CA325475-EA0F-49B2-A586-CC0D8CB91667}" type="datetime1">
              <a:rPr lang="en-US" smtClean="0"/>
              <a:pPr/>
              <a:t>2/19/26</a:t>
            </a:fld>
            <a:endParaRPr lang="en-US"/>
          </a:p>
        </p:txBody>
      </p:sp>
      <p:sp>
        <p:nvSpPr>
          <p:cNvPr id="5" name="Footer Placeholder 4">
            <a:extLst>
              <a:ext uri="{FF2B5EF4-FFF2-40B4-BE49-F238E27FC236}">
                <a16:creationId xmlns:a16="http://schemas.microsoft.com/office/drawing/2014/main" id="{C0016FB1-CC33-21DB-78A1-2A47153DDE34}"/>
              </a:ext>
            </a:extLst>
          </p:cNvPr>
          <p:cNvSpPr>
            <a:spLocks noGrp="1"/>
          </p:cNvSpPr>
          <p:nvPr>
            <p:ph type="ftr" sz="quarter" idx="20"/>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389BFF0-9607-2311-C797-5384CE49E3B1}"/>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2955302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27123" y="2235200"/>
            <a:ext cx="5294376" cy="3958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14">
            <a:extLst>
              <a:ext uri="{FF2B5EF4-FFF2-40B4-BE49-F238E27FC236}">
                <a16:creationId xmlns:a16="http://schemas.microsoft.com/office/drawing/2014/main" id="{BF24582F-746D-10FD-1348-A8E31D7459B4}"/>
              </a:ext>
            </a:extLst>
          </p:cNvPr>
          <p:cNvSpPr>
            <a:spLocks noGrp="1"/>
          </p:cNvSpPr>
          <p:nvPr>
            <p:ph type="pic" sz="quarter" idx="15" hasCustomPrompt="1"/>
          </p:nvPr>
        </p:nvSpPr>
        <p:spPr>
          <a:xfrm>
            <a:off x="6355507" y="1944079"/>
            <a:ext cx="5486767" cy="4553712"/>
          </a:xfrm>
          <a:blipFill dpi="0" rotWithShape="1">
            <a:blip r:embed="rId2">
              <a:alphaModFix amt="50000"/>
              <a:extLst>
                <a:ext uri="{28A0092B-C50C-407E-A947-70E740481C1C}">
                  <a14:useLocalDpi xmlns:a14="http://schemas.microsoft.com/office/drawing/2010/main" val="0"/>
                </a:ext>
              </a:extLst>
            </a:blip>
            <a:srcRect/>
            <a:stretch>
              <a:fillRect r="-16492"/>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1E31391-F4B8-4A23-8935-365F41031646}" type="datetime1">
              <a:rPr lang="en-US" smtClean="0"/>
              <a:t>2/19/26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3A30DF84-4A5D-63C5-1700-34F6AA007632}"/>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79E6EAC-5CB1-AF25-6E5B-8E37D120C9B3}"/>
              </a:ext>
            </a:extLst>
          </p:cNvPr>
          <p:cNvSpPr/>
          <p:nvPr userDrawn="1"/>
        </p:nvSpPr>
        <p:spPr>
          <a:xfrm>
            <a:off x="6355507" y="1929406"/>
            <a:ext cx="5494246"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53CEAA-92AB-A832-438A-7F6ACCDFE1B4}"/>
              </a:ext>
            </a:extLst>
          </p:cNvPr>
          <p:cNvSpPr/>
          <p:nvPr userDrawn="1"/>
        </p:nvSpPr>
        <p:spPr>
          <a:xfrm>
            <a:off x="343147" y="1929406"/>
            <a:ext cx="5870448"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95164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603504"/>
            <a:ext cx="10972800" cy="969264"/>
          </a:xfrm>
        </p:spPr>
        <p:txBody>
          <a:bodyPr anchor="ctr" anchorCtr="0">
            <a:normAutofit/>
          </a:bodyPr>
          <a:lstStyle>
            <a:lvl1pPr>
              <a:defRPr sz="4000"/>
            </a:lvl1pPr>
          </a:lstStyle>
          <a:p>
            <a:r>
              <a:rPr lang="en-US"/>
              <a:t>Click to edit Master title style</a:t>
            </a:r>
          </a:p>
        </p:txBody>
      </p:sp>
      <p:sp>
        <p:nvSpPr>
          <p:cNvPr id="10" name="Picture Placeholder 14">
            <a:extLst>
              <a:ext uri="{FF2B5EF4-FFF2-40B4-BE49-F238E27FC236}">
                <a16:creationId xmlns:a16="http://schemas.microsoft.com/office/drawing/2014/main" id="{1CACF551-8B8E-91BE-64C5-80EA221DEAE4}"/>
              </a:ext>
            </a:extLst>
          </p:cNvPr>
          <p:cNvSpPr>
            <a:spLocks noGrp="1"/>
          </p:cNvSpPr>
          <p:nvPr>
            <p:ph type="pic" sz="quarter" idx="15" hasCustomPrompt="1"/>
          </p:nvPr>
        </p:nvSpPr>
        <p:spPr>
          <a:xfrm>
            <a:off x="354740" y="1944079"/>
            <a:ext cx="6391656" cy="4553712"/>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159752" y="2231136"/>
            <a:ext cx="4425696" cy="39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BD2198D5-C9C0-500B-4DBC-656F475E493C}"/>
              </a:ext>
            </a:extLst>
          </p:cNvPr>
          <p:cNvSpPr/>
          <p:nvPr userDrawn="1"/>
        </p:nvSpPr>
        <p:spPr>
          <a:xfrm>
            <a:off x="337457" y="1944078"/>
            <a:ext cx="6408939" cy="456285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C97157FB-CF65-571C-117F-F8FAD8D9FF52}"/>
              </a:ext>
            </a:extLst>
          </p:cNvPr>
          <p:cNvSpPr>
            <a:spLocks noGrp="1"/>
          </p:cNvSpPr>
          <p:nvPr>
            <p:ph type="dt" sz="half" idx="19"/>
          </p:nvPr>
        </p:nvSpPr>
        <p:spPr/>
        <p:txBody>
          <a:bodyPr/>
          <a:lstStyle/>
          <a:p>
            <a:fld id="{CA325475-EA0F-49B2-A586-CC0D8CB91667}" type="datetime1">
              <a:rPr lang="en-US" smtClean="0"/>
              <a:pPr/>
              <a:t>2/19/26</a:t>
            </a:fld>
            <a:endParaRPr lang="en-US"/>
          </a:p>
        </p:txBody>
      </p:sp>
      <p:sp>
        <p:nvSpPr>
          <p:cNvPr id="7" name="Footer Placeholder 6">
            <a:extLst>
              <a:ext uri="{FF2B5EF4-FFF2-40B4-BE49-F238E27FC236}">
                <a16:creationId xmlns:a16="http://schemas.microsoft.com/office/drawing/2014/main" id="{F57136A7-5DB5-FAF4-1437-4CDA5E545739}"/>
              </a:ext>
            </a:extLst>
          </p:cNvPr>
          <p:cNvSpPr>
            <a:spLocks noGrp="1"/>
          </p:cNvSpPr>
          <p:nvPr>
            <p:ph type="ftr" sz="quarter" idx="20"/>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C9602816-1AAA-FE35-5C91-01A9C5DEAD00}"/>
              </a:ext>
            </a:extLst>
          </p:cNvPr>
          <p:cNvSpPr>
            <a:spLocks noGrp="1"/>
          </p:cNvSpPr>
          <p:nvPr>
            <p:ph type="sldNum" sz="quarter" idx="21"/>
          </p:nvPr>
        </p:nvSpPr>
        <p:spPr/>
        <p:txBody>
          <a:bodyPr/>
          <a:lstStyle/>
          <a:p>
            <a:fld id="{CC057153-B650-4DEB-B370-79DDCFDCE934}" type="slidenum">
              <a:rPr lang="en-US" smtClean="0"/>
              <a:pPr/>
              <a:t>‹#›</a:t>
            </a:fld>
            <a:endParaRPr lang="en-US"/>
          </a:p>
        </p:txBody>
      </p:sp>
      <p:sp>
        <p:nvSpPr>
          <p:cNvPr id="11" name="Rectangle 10">
            <a:extLst>
              <a:ext uri="{FF2B5EF4-FFF2-40B4-BE49-F238E27FC236}">
                <a16:creationId xmlns:a16="http://schemas.microsoft.com/office/drawing/2014/main" id="{DD9B28C9-C087-B7F9-1930-361BCE1DC434}"/>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9DFE5E0-34BA-A35C-6B4F-7D3C8C7C4F9B}"/>
              </a:ext>
            </a:extLst>
          </p:cNvPr>
          <p:cNvSpPr/>
          <p:nvPr userDrawn="1"/>
        </p:nvSpPr>
        <p:spPr>
          <a:xfrm>
            <a:off x="6874592" y="1929406"/>
            <a:ext cx="4975161"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51131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5" name="Picture Placeholder 14">
            <a:extLst>
              <a:ext uri="{FF2B5EF4-FFF2-40B4-BE49-F238E27FC236}">
                <a16:creationId xmlns:a16="http://schemas.microsoft.com/office/drawing/2014/main" id="{689C2E73-8CB7-AB0A-D373-D9BCBE160AE9}"/>
              </a:ext>
            </a:extLst>
          </p:cNvPr>
          <p:cNvSpPr>
            <a:spLocks noGrp="1"/>
          </p:cNvSpPr>
          <p:nvPr>
            <p:ph type="pic" sz="quarter" idx="15"/>
          </p:nvPr>
        </p:nvSpPr>
        <p:spPr>
          <a:xfrm>
            <a:off x="354740" y="1944079"/>
            <a:ext cx="5486767" cy="4553712"/>
          </a:xfrm>
          <a:blipFill dpi="0" rotWithShape="1">
            <a:blip r:embed="rId2">
              <a:alphaModFix amt="50000"/>
              <a:extLst>
                <a:ext uri="{28A0092B-C50C-407E-A947-70E740481C1C}">
                  <a14:useLocalDpi xmlns:a14="http://schemas.microsoft.com/office/drawing/2010/main" val="0"/>
                </a:ext>
              </a:extLst>
            </a:blip>
            <a:srcRect/>
            <a:stretch>
              <a:fillRect r="-16492"/>
            </a:stretch>
          </a:blipFill>
        </p:spPr>
        <p:txBody>
          <a:bodyPr/>
          <a:lstStyle/>
          <a:p>
            <a:endParaRPr lang="en-US"/>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289440" y="2235200"/>
            <a:ext cx="5289915" cy="3958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1E31391-F4B8-4A23-8935-365F41031646}" type="datetime1">
              <a:rPr lang="en-US" smtClean="0"/>
              <a:t>2/19/26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3A30DF84-4A5D-63C5-1700-34F6AA007632}"/>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79E6EAC-5CB1-AF25-6E5B-8E37D120C9B3}"/>
              </a:ext>
            </a:extLst>
          </p:cNvPr>
          <p:cNvSpPr/>
          <p:nvPr userDrawn="1"/>
        </p:nvSpPr>
        <p:spPr>
          <a:xfrm>
            <a:off x="339851" y="1929406"/>
            <a:ext cx="5513832"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53CEAA-92AB-A832-438A-7F6ACCDFE1B4}"/>
              </a:ext>
            </a:extLst>
          </p:cNvPr>
          <p:cNvSpPr/>
          <p:nvPr userDrawn="1"/>
        </p:nvSpPr>
        <p:spPr>
          <a:xfrm>
            <a:off x="5978984" y="1929406"/>
            <a:ext cx="5870770"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31655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13350" y="819005"/>
            <a:ext cx="6777828" cy="932688"/>
          </a:xfrm>
        </p:spPr>
        <p:txBody>
          <a:bodyPr anchor="b"/>
          <a:lstStyle>
            <a:lvl1pPr>
              <a:defRPr sz="4000"/>
            </a:lvl1pPr>
          </a:lstStyle>
          <a:p>
            <a:r>
              <a:rPr lang="en-US"/>
              <a:t>Click to edit Master title style</a:t>
            </a:r>
          </a:p>
        </p:txBody>
      </p:sp>
      <p:sp>
        <p:nvSpPr>
          <p:cNvPr id="10" name="Picture Placeholder 10">
            <a:extLst>
              <a:ext uri="{FF2B5EF4-FFF2-40B4-BE49-F238E27FC236}">
                <a16:creationId xmlns:a16="http://schemas.microsoft.com/office/drawing/2014/main" id="{5C69378E-FD50-D0FE-49E9-FE6939F87E05}"/>
              </a:ext>
            </a:extLst>
          </p:cNvPr>
          <p:cNvSpPr>
            <a:spLocks noGrp="1"/>
          </p:cNvSpPr>
          <p:nvPr>
            <p:ph type="pic" sz="quarter" idx="18" hasCustomPrompt="1"/>
          </p:nvPr>
        </p:nvSpPr>
        <p:spPr>
          <a:xfrm>
            <a:off x="357366" y="361188"/>
            <a:ext cx="365760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13350" y="2032216"/>
            <a:ext cx="6777828" cy="4034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02928F2E-550C-7EE7-5A6C-C30C820D21DB}"/>
              </a:ext>
            </a:extLst>
          </p:cNvPr>
          <p:cNvSpPr/>
          <p:nvPr userDrawn="1"/>
        </p:nvSpPr>
        <p:spPr>
          <a:xfrm>
            <a:off x="4155746" y="351065"/>
            <a:ext cx="769350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4DB15E2-0F9C-EDBB-3379-237D2F02B133}"/>
              </a:ext>
            </a:extLst>
          </p:cNvPr>
          <p:cNvSpPr/>
          <p:nvPr userDrawn="1"/>
        </p:nvSpPr>
        <p:spPr>
          <a:xfrm>
            <a:off x="348222" y="351064"/>
            <a:ext cx="3675888"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BA4BF609-8734-8C2B-E441-E7DBAE6E3BDA}"/>
              </a:ext>
            </a:extLst>
          </p:cNvPr>
          <p:cNvSpPr>
            <a:spLocks noGrp="1"/>
          </p:cNvSpPr>
          <p:nvPr>
            <p:ph type="dt" sz="half" idx="19"/>
          </p:nvPr>
        </p:nvSpPr>
        <p:spPr/>
        <p:txBody>
          <a:bodyPr/>
          <a:lstStyle/>
          <a:p>
            <a:fld id="{CA325475-EA0F-49B2-A586-CC0D8CB91667}" type="datetime1">
              <a:rPr lang="en-US" smtClean="0"/>
              <a:pPr/>
              <a:t>2/19/26</a:t>
            </a:fld>
            <a:endParaRPr lang="en-US"/>
          </a:p>
        </p:txBody>
      </p:sp>
      <p:sp>
        <p:nvSpPr>
          <p:cNvPr id="5" name="Footer Placeholder 4">
            <a:extLst>
              <a:ext uri="{FF2B5EF4-FFF2-40B4-BE49-F238E27FC236}">
                <a16:creationId xmlns:a16="http://schemas.microsoft.com/office/drawing/2014/main" id="{F7450EF1-CAAF-B39A-ED1F-4F967B0786C6}"/>
              </a:ext>
            </a:extLst>
          </p:cNvPr>
          <p:cNvSpPr>
            <a:spLocks noGrp="1"/>
          </p:cNvSpPr>
          <p:nvPr>
            <p:ph type="ftr" sz="quarter" idx="20"/>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E4D70B86-8D60-DBF5-42C5-FE10E0C6FE86}"/>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1066940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829475"/>
            <a:ext cx="6714892" cy="932688"/>
          </a:xfrm>
        </p:spPr>
        <p:txBody>
          <a:bodyPr anchor="b"/>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95527" y="2047532"/>
            <a:ext cx="6714892" cy="40013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a:extLst>
              <a:ext uri="{FF2B5EF4-FFF2-40B4-BE49-F238E27FC236}">
                <a16:creationId xmlns:a16="http://schemas.microsoft.com/office/drawing/2014/main" id="{854216C9-E47F-BA93-3528-3DC28359BBA5}"/>
              </a:ext>
            </a:extLst>
          </p:cNvPr>
          <p:cNvSpPr/>
          <p:nvPr userDrawn="1"/>
        </p:nvSpPr>
        <p:spPr>
          <a:xfrm>
            <a:off x="337457" y="351065"/>
            <a:ext cx="7631033"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10">
            <a:extLst>
              <a:ext uri="{FF2B5EF4-FFF2-40B4-BE49-F238E27FC236}">
                <a16:creationId xmlns:a16="http://schemas.microsoft.com/office/drawing/2014/main" id="{22729334-E74F-1D47-30E9-2040D0CCDE77}"/>
              </a:ext>
            </a:extLst>
          </p:cNvPr>
          <p:cNvSpPr>
            <a:spLocks noGrp="1"/>
          </p:cNvSpPr>
          <p:nvPr>
            <p:ph type="pic" sz="quarter" idx="18" hasCustomPrompt="1"/>
          </p:nvPr>
        </p:nvSpPr>
        <p:spPr>
          <a:xfrm>
            <a:off x="8094185" y="356616"/>
            <a:ext cx="3739896" cy="6144768"/>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a:t> </a:t>
            </a:r>
          </a:p>
        </p:txBody>
      </p:sp>
      <p:sp>
        <p:nvSpPr>
          <p:cNvPr id="4" name="Rectangle 3">
            <a:extLst>
              <a:ext uri="{FF2B5EF4-FFF2-40B4-BE49-F238E27FC236}">
                <a16:creationId xmlns:a16="http://schemas.microsoft.com/office/drawing/2014/main" id="{3105E7D9-8EB1-CCEE-CB59-564CC173739B}"/>
              </a:ext>
            </a:extLst>
          </p:cNvPr>
          <p:cNvSpPr/>
          <p:nvPr userDrawn="1"/>
        </p:nvSpPr>
        <p:spPr>
          <a:xfrm>
            <a:off x="8085041" y="351064"/>
            <a:ext cx="3758184"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A1E56C7E-4D47-A5C6-F745-1B24CC384826}"/>
              </a:ext>
            </a:extLst>
          </p:cNvPr>
          <p:cNvSpPr>
            <a:spLocks noGrp="1"/>
          </p:cNvSpPr>
          <p:nvPr>
            <p:ph type="dt" sz="half" idx="19"/>
          </p:nvPr>
        </p:nvSpPr>
        <p:spPr/>
        <p:txBody>
          <a:bodyPr/>
          <a:lstStyle/>
          <a:p>
            <a:fld id="{CA325475-EA0F-49B2-A586-CC0D8CB91667}" type="datetime1">
              <a:rPr lang="en-US" smtClean="0"/>
              <a:pPr/>
              <a:t>2/19/26</a:t>
            </a:fld>
            <a:endParaRPr lang="en-US"/>
          </a:p>
        </p:txBody>
      </p:sp>
      <p:sp>
        <p:nvSpPr>
          <p:cNvPr id="7" name="Footer Placeholder 6">
            <a:extLst>
              <a:ext uri="{FF2B5EF4-FFF2-40B4-BE49-F238E27FC236}">
                <a16:creationId xmlns:a16="http://schemas.microsoft.com/office/drawing/2014/main" id="{ECE34178-1A83-36BE-0EBF-390C6CB30C87}"/>
              </a:ext>
            </a:extLst>
          </p:cNvPr>
          <p:cNvSpPr>
            <a:spLocks noGrp="1"/>
          </p:cNvSpPr>
          <p:nvPr>
            <p:ph type="ftr" sz="quarter" idx="20"/>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476F11D-D618-B08B-95BA-C3F1030D58AD}"/>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1347826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99599"/>
            <a:ext cx="4672584" cy="1453896"/>
          </a:xfrm>
        </p:spPr>
        <p:txBody>
          <a:bodyPr>
            <a:normAutofit/>
          </a:bodyPr>
          <a:lstStyle>
            <a:lvl1pPr>
              <a:defRPr sz="3600"/>
            </a:lvl1pPr>
          </a:lstStyle>
          <a:p>
            <a:r>
              <a:rPr lang="en-US"/>
              <a:t>Click to edit Master title style</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hasCustomPrompt="1"/>
          </p:nvPr>
        </p:nvSpPr>
        <p:spPr>
          <a:xfrm>
            <a:off x="349324" y="2423719"/>
            <a:ext cx="5175504" cy="4069080"/>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37402" y="599600"/>
            <a:ext cx="5633165" cy="56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2/19/26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337457" y="351059"/>
            <a:ext cx="5199238"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44643D3-05AA-D000-6F70-B39D3E837EF5}"/>
              </a:ext>
            </a:extLst>
          </p:cNvPr>
          <p:cNvSpPr/>
          <p:nvPr userDrawn="1"/>
        </p:nvSpPr>
        <p:spPr>
          <a:xfrm>
            <a:off x="5665293" y="351065"/>
            <a:ext cx="6189249"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337457" y="2409583"/>
            <a:ext cx="5199238"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14200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99599"/>
            <a:ext cx="3946824" cy="1453896"/>
          </a:xfrm>
        </p:spPr>
        <p:txBody>
          <a:bodyPr>
            <a:norm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p:nvPr>
        </p:nvSpPr>
        <p:spPr>
          <a:xfrm>
            <a:off x="349324" y="2423719"/>
            <a:ext cx="4476676" cy="4069080"/>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20382" y="599600"/>
            <a:ext cx="6350185" cy="56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2/19/26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337457" y="351058"/>
            <a:ext cx="4488543"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44643D3-05AA-D000-6F70-B39D3E837EF5}"/>
              </a:ext>
            </a:extLst>
          </p:cNvPr>
          <p:cNvSpPr/>
          <p:nvPr userDrawn="1"/>
        </p:nvSpPr>
        <p:spPr>
          <a:xfrm>
            <a:off x="4939611" y="351065"/>
            <a:ext cx="691493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337457" y="2409583"/>
            <a:ext cx="4497205"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8611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3078" y="599599"/>
            <a:ext cx="3946824" cy="1453896"/>
          </a:xfrm>
        </p:spPr>
        <p:txBody>
          <a:bodyPr>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40080" y="599600"/>
            <a:ext cx="6350185" cy="56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p:nvPr>
        </p:nvSpPr>
        <p:spPr>
          <a:xfrm>
            <a:off x="7370064" y="2423160"/>
            <a:ext cx="4476676" cy="4069080"/>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2/19/26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7360920" y="351058"/>
            <a:ext cx="4488543"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44643D3-05AA-D000-6F70-B39D3E837EF5}"/>
              </a:ext>
            </a:extLst>
          </p:cNvPr>
          <p:cNvSpPr/>
          <p:nvPr userDrawn="1"/>
        </p:nvSpPr>
        <p:spPr>
          <a:xfrm>
            <a:off x="338328" y="351065"/>
            <a:ext cx="691493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7361582" y="2409583"/>
            <a:ext cx="4497205"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73257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D4804-4265-85A8-7A9B-A9B3F5D80284}"/>
              </a:ext>
            </a:extLst>
          </p:cNvPr>
          <p:cNvSpPr>
            <a:spLocks noGrp="1"/>
          </p:cNvSpPr>
          <p:nvPr>
            <p:ph type="title"/>
          </p:nvPr>
        </p:nvSpPr>
        <p:spPr>
          <a:xfrm>
            <a:off x="822960" y="5029200"/>
            <a:ext cx="7525512" cy="1005840"/>
          </a:xfrm>
        </p:spPr>
        <p:txBody>
          <a:bodyPr>
            <a:normAutofit/>
          </a:bodyPr>
          <a:lstStyle>
            <a:lvl1pPr>
              <a:lnSpc>
                <a:spcPct val="110000"/>
              </a:lnSpc>
              <a:defRPr sz="18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6B2D6F9C-47CA-A6AB-CB31-599736C61655}"/>
              </a:ext>
            </a:extLst>
          </p:cNvPr>
          <p:cNvSpPr>
            <a:spLocks noGrp="1"/>
          </p:cNvSpPr>
          <p:nvPr>
            <p:ph sz="quarter" idx="14" hasCustomPrompt="1"/>
          </p:nvPr>
        </p:nvSpPr>
        <p:spPr>
          <a:xfrm>
            <a:off x="822960" y="841248"/>
            <a:ext cx="10543032" cy="4151376"/>
          </a:xfrm>
        </p:spPr>
        <p:txBody>
          <a:bodyPr anchor="b">
            <a:normAutofit/>
          </a:bodyPr>
          <a:lstStyle>
            <a:lvl1pPr marL="0" indent="0">
              <a:lnSpc>
                <a:spcPct val="90000"/>
              </a:lnSpc>
              <a:buNone/>
              <a:defRPr sz="19300" b="1" baseline="0">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D6F51461-EBBE-4007-A7FA-8D550B1815C8}" type="datetime1">
              <a:rPr lang="en-US" smtClean="0"/>
              <a:t>2/19/26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Rectangle 5">
            <a:extLst>
              <a:ext uri="{FF2B5EF4-FFF2-40B4-BE49-F238E27FC236}">
                <a16:creationId xmlns:a16="http://schemas.microsoft.com/office/drawing/2014/main" id="{CA7D478B-3CC8-9331-3B4F-2130EA892404}"/>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411833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33244" y="5029200"/>
            <a:ext cx="7525512" cy="914400"/>
          </a:xfrm>
        </p:spPr>
        <p:txBody>
          <a:bodyPr>
            <a:normAutofit/>
          </a:bodyPr>
          <a:lstStyle>
            <a:lvl1pPr algn="ctr">
              <a:lnSpc>
                <a:spcPct val="110000"/>
              </a:lnSpc>
              <a:defRPr sz="18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4484" y="841248"/>
            <a:ext cx="10543032" cy="4169664"/>
          </a:xfrm>
        </p:spPr>
        <p:txBody>
          <a:bodyPr anchor="b">
            <a:normAutofit/>
          </a:bodyPr>
          <a:lstStyle>
            <a:lvl1pPr marL="0" indent="0" algn="ctr">
              <a:lnSpc>
                <a:spcPct val="90000"/>
              </a:lnSpc>
              <a:buNone/>
              <a:defRPr sz="19300" b="1">
                <a:solidFill>
                  <a:schemeClr val="tx1"/>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B57145D9-E600-48F3-8D60-FBB32619D4B7}" type="datetime1">
              <a:rPr lang="en-US" smtClean="0"/>
              <a:t>2/19/26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8" name="Rectangle 7">
            <a:extLst>
              <a:ext uri="{FF2B5EF4-FFF2-40B4-BE49-F238E27FC236}">
                <a16:creationId xmlns:a16="http://schemas.microsoft.com/office/drawing/2014/main" id="{5FC0DA6E-8242-883C-15FE-E726DCC36F80}"/>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49932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9924E45-C895-43A4-5C38-357208F050D2}"/>
              </a:ext>
            </a:extLst>
          </p:cNvPr>
          <p:cNvSpPr>
            <a:spLocks noGrp="1"/>
          </p:cNvSpPr>
          <p:nvPr>
            <p:ph type="title"/>
          </p:nvPr>
        </p:nvSpPr>
        <p:spPr>
          <a:xfrm>
            <a:off x="2333244" y="5029200"/>
            <a:ext cx="7525512" cy="914400"/>
          </a:xfrm>
        </p:spPr>
        <p:txBody>
          <a:bodyPr>
            <a:normAutofit/>
          </a:bodyPr>
          <a:lstStyle>
            <a:lvl1pPr algn="ctr">
              <a:lnSpc>
                <a:spcPct val="110000"/>
              </a:lnSpc>
              <a:defRPr sz="1800" b="0">
                <a:solidFill>
                  <a:schemeClr val="tx1"/>
                </a:solidFill>
                <a:latin typeface="+mn-lt"/>
              </a:defRPr>
            </a:lvl1pPr>
          </a:lstStyle>
          <a:p>
            <a:r>
              <a:rPr lang="en-US"/>
              <a:t>Click to edit Master title style</a:t>
            </a:r>
          </a:p>
        </p:txBody>
      </p:sp>
      <p:sp>
        <p:nvSpPr>
          <p:cNvPr id="10" name="Content Placeholder 6">
            <a:extLst>
              <a:ext uri="{FF2B5EF4-FFF2-40B4-BE49-F238E27FC236}">
                <a16:creationId xmlns:a16="http://schemas.microsoft.com/office/drawing/2014/main" id="{F7F1ED0D-FB7E-F1D4-6BB4-DA7FCEA9CD36}"/>
              </a:ext>
            </a:extLst>
          </p:cNvPr>
          <p:cNvSpPr>
            <a:spLocks noGrp="1"/>
          </p:cNvSpPr>
          <p:nvPr>
            <p:ph sz="quarter" idx="13" hasCustomPrompt="1"/>
          </p:nvPr>
        </p:nvSpPr>
        <p:spPr>
          <a:xfrm>
            <a:off x="824484" y="841248"/>
            <a:ext cx="10543032" cy="4167124"/>
          </a:xfrm>
        </p:spPr>
        <p:txBody>
          <a:bodyPr anchor="b">
            <a:normAutofit/>
          </a:bodyPr>
          <a:lstStyle>
            <a:lvl1pPr marL="0" indent="0" algn="ctr">
              <a:lnSpc>
                <a:spcPct val="90000"/>
              </a:lnSpc>
              <a:buNone/>
              <a:defRPr sz="19300" b="1">
                <a:solidFill>
                  <a:schemeClr val="tx1"/>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6988DA9F-3449-4571-B576-325E0AB8D353}" type="datetime1">
              <a:rPr lang="en-US" smtClean="0"/>
              <a:t>2/19/26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2" name="Rectangle 1">
            <a:extLst>
              <a:ext uri="{FF2B5EF4-FFF2-40B4-BE49-F238E27FC236}">
                <a16:creationId xmlns:a16="http://schemas.microsoft.com/office/drawing/2014/main" id="{F3106CE9-3864-8C80-F8B7-4C6D0D0E2D97}"/>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86718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7129" y="-1293464"/>
            <a:ext cx="10652760" cy="1133856"/>
          </a:xfrm>
        </p:spPr>
        <p:txBody>
          <a:bodyPr/>
          <a:lstStyle/>
          <a:p>
            <a:r>
              <a:rPr lang="en-US"/>
              <a:t>Click to edit Master title style</a:t>
            </a:r>
          </a:p>
        </p:txBody>
      </p:sp>
      <p:sp>
        <p:nvSpPr>
          <p:cNvPr id="6" name="Content Placeholder 6">
            <a:extLst>
              <a:ext uri="{FF2B5EF4-FFF2-40B4-BE49-F238E27FC236}">
                <a16:creationId xmlns:a16="http://schemas.microsoft.com/office/drawing/2014/main" id="{27E2BE3E-32CC-3B2E-7AAB-62D6D812CE27}"/>
              </a:ext>
            </a:extLst>
          </p:cNvPr>
          <p:cNvSpPr>
            <a:spLocks noGrp="1"/>
          </p:cNvSpPr>
          <p:nvPr>
            <p:ph sz="quarter" idx="13" hasCustomPrompt="1"/>
          </p:nvPr>
        </p:nvSpPr>
        <p:spPr>
          <a:xfrm>
            <a:off x="1500188" y="1234440"/>
            <a:ext cx="9191625" cy="4389120"/>
          </a:xfrm>
        </p:spPr>
        <p:txBody>
          <a:bodyPr anchor="ctr">
            <a:normAutofit/>
          </a:bodyPr>
          <a:lstStyle>
            <a:lvl1pPr marL="0" indent="0" algn="ctr">
              <a:lnSpc>
                <a:spcPct val="100000"/>
              </a:lnSpc>
              <a:buNone/>
              <a:defRPr sz="4800" b="0">
                <a:latin typeface="+mj-lt"/>
              </a:defRPr>
            </a:lvl1pPr>
            <a:lvl2pPr marL="228600" indent="0" algn="ctr">
              <a:lnSpc>
                <a:spcPct val="100000"/>
              </a:lnSpc>
              <a:buNone/>
              <a:defRPr sz="4800" b="0">
                <a:latin typeface="+mj-lt"/>
              </a:defRPr>
            </a:lvl2pPr>
            <a:lvl3pPr marL="457200" indent="0" algn="ctr">
              <a:lnSpc>
                <a:spcPct val="100000"/>
              </a:lnSpc>
              <a:buNone/>
              <a:defRPr sz="4800" b="0">
                <a:latin typeface="+mj-lt"/>
              </a:defRPr>
            </a:lvl3pPr>
            <a:lvl4pPr marL="685800" indent="0" algn="ctr">
              <a:lnSpc>
                <a:spcPct val="100000"/>
              </a:lnSpc>
              <a:buNone/>
              <a:defRPr sz="4800" b="0">
                <a:latin typeface="+mj-lt"/>
              </a:defRPr>
            </a:lvl4pPr>
            <a:lvl5pPr marL="914400" indent="0" algn="ctr">
              <a:lnSpc>
                <a:spcPct val="100000"/>
              </a:lnSpc>
              <a:buNone/>
              <a:defRPr sz="4800" b="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2AC9CA7-4D60-41A4-A4F0-FD6D94D8C852}" type="datetime1">
              <a:rPr lang="en-US" smtClean="0"/>
              <a:t>2/19/26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8" name="Rectangle 7">
            <a:extLst>
              <a:ext uri="{FF2B5EF4-FFF2-40B4-BE49-F238E27FC236}">
                <a16:creationId xmlns:a16="http://schemas.microsoft.com/office/drawing/2014/main" id="{CC1D1BF1-778B-0A57-4F7E-BC57330C7085}"/>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5553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7" y="-1295801"/>
            <a:ext cx="10652760" cy="1133856"/>
          </a:xfrm>
        </p:spPr>
        <p:txBody>
          <a:bodyPr/>
          <a:lstStyle/>
          <a:p>
            <a:r>
              <a:rPr lang="en-US"/>
              <a:t>Click to edit Master title style</a:t>
            </a:r>
          </a:p>
        </p:txBody>
      </p:sp>
      <p:sp>
        <p:nvSpPr>
          <p:cNvPr id="11" name="Content Placeholder 10">
            <a:extLst>
              <a:ext uri="{FF2B5EF4-FFF2-40B4-BE49-F238E27FC236}">
                <a16:creationId xmlns:a16="http://schemas.microsoft.com/office/drawing/2014/main" id="{98ADCAC8-6FF3-EC2A-EFD7-95A819EA2E48}"/>
              </a:ext>
            </a:extLst>
          </p:cNvPr>
          <p:cNvSpPr>
            <a:spLocks noGrp="1"/>
          </p:cNvSpPr>
          <p:nvPr>
            <p:ph sz="quarter" idx="14" hasCustomPrompt="1"/>
          </p:nvPr>
        </p:nvSpPr>
        <p:spPr>
          <a:xfrm>
            <a:off x="795527" y="685799"/>
            <a:ext cx="10698480" cy="5486400"/>
          </a:xfrm>
        </p:spPr>
        <p:txBody>
          <a:bodyPr anchor="ctr">
            <a:noAutofit/>
          </a:bodyPr>
          <a:lstStyle>
            <a:lvl1pPr marL="0" indent="0">
              <a:buNone/>
              <a:defRPr sz="4800">
                <a:latin typeface="+mj-lt"/>
              </a:defRPr>
            </a:lvl1pPr>
            <a:lvl2pPr marL="228600" indent="0">
              <a:buNone/>
              <a:defRPr sz="4800">
                <a:latin typeface="+mj-lt"/>
              </a:defRPr>
            </a:lvl2pPr>
            <a:lvl3pPr marL="457200" indent="0">
              <a:buNone/>
              <a:defRPr sz="4800">
                <a:latin typeface="+mj-lt"/>
              </a:defRPr>
            </a:lvl3pPr>
            <a:lvl4pPr marL="685800" indent="0">
              <a:buNone/>
              <a:defRPr sz="4800">
                <a:latin typeface="+mj-lt"/>
              </a:defRPr>
            </a:lvl4pPr>
            <a:lvl5pPr marL="914400" indent="0">
              <a:buNone/>
              <a:defRPr sz="480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1BB4E8A-F766-4B4E-BA35-31ABBD66791B}" type="datetime1">
              <a:rPr lang="en-US" smtClean="0"/>
              <a:t>2/19/26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9" name="Rectangle 8">
            <a:extLst>
              <a:ext uri="{FF2B5EF4-FFF2-40B4-BE49-F238E27FC236}">
                <a16:creationId xmlns:a16="http://schemas.microsoft.com/office/drawing/2014/main" id="{D28DBB70-84D2-1F96-C132-E1127669A16F}"/>
              </a:ext>
            </a:extLst>
          </p:cNvPr>
          <p:cNvSpPr/>
          <p:nvPr/>
        </p:nvSpPr>
        <p:spPr>
          <a:xfrm>
            <a:off x="337457" y="351065"/>
            <a:ext cx="11517086" cy="6155871"/>
          </a:xfrm>
          <a:prstGeom prst="rect">
            <a:avLst/>
          </a:prstGeom>
          <a:noFill/>
          <a:ln w="19050">
            <a:solidFill>
              <a:schemeClr val="tx1">
                <a:alpha val="9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45750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7" y="-1293562"/>
            <a:ext cx="10652760" cy="1133856"/>
          </a:xfrm>
        </p:spPr>
        <p:txBody>
          <a:bodyPr/>
          <a:lstStyle/>
          <a:p>
            <a:r>
              <a:rPr lang="en-US"/>
              <a:t>Click to edit Master title style</a:t>
            </a:r>
          </a:p>
        </p:txBody>
      </p:sp>
      <p:sp>
        <p:nvSpPr>
          <p:cNvPr id="8" name="Content Placeholder 6">
            <a:extLst>
              <a:ext uri="{FF2B5EF4-FFF2-40B4-BE49-F238E27FC236}">
                <a16:creationId xmlns:a16="http://schemas.microsoft.com/office/drawing/2014/main" id="{E0C99F09-6747-AD83-83AF-D9553E570144}"/>
              </a:ext>
            </a:extLst>
          </p:cNvPr>
          <p:cNvSpPr>
            <a:spLocks noGrp="1"/>
          </p:cNvSpPr>
          <p:nvPr>
            <p:ph sz="quarter" idx="13" hasCustomPrompt="1"/>
          </p:nvPr>
        </p:nvSpPr>
        <p:spPr>
          <a:xfrm>
            <a:off x="795527" y="685800"/>
            <a:ext cx="10698480" cy="5486400"/>
          </a:xfrm>
        </p:spPr>
        <p:txBody>
          <a:bodyPr anchor="ctr">
            <a:normAutofit/>
          </a:bodyPr>
          <a:lstStyle>
            <a:lvl1pPr marL="0" indent="0" algn="ctr">
              <a:lnSpc>
                <a:spcPct val="100000"/>
              </a:lnSpc>
              <a:buNone/>
              <a:defRPr sz="4800" b="0">
                <a:latin typeface="+mj-lt"/>
              </a:defRPr>
            </a:lvl1pPr>
            <a:lvl2pPr marL="228600" indent="0" algn="ctr">
              <a:lnSpc>
                <a:spcPct val="100000"/>
              </a:lnSpc>
              <a:buNone/>
              <a:defRPr sz="4800" b="0">
                <a:latin typeface="+mj-lt"/>
              </a:defRPr>
            </a:lvl2pPr>
            <a:lvl3pPr marL="457200" indent="0" algn="ctr">
              <a:lnSpc>
                <a:spcPct val="100000"/>
              </a:lnSpc>
              <a:buNone/>
              <a:defRPr sz="4800" b="0">
                <a:latin typeface="+mj-lt"/>
              </a:defRPr>
            </a:lvl3pPr>
            <a:lvl4pPr marL="685800" indent="0" algn="ctr">
              <a:lnSpc>
                <a:spcPct val="100000"/>
              </a:lnSpc>
              <a:buNone/>
              <a:defRPr sz="4800" b="0">
                <a:latin typeface="+mj-lt"/>
              </a:defRPr>
            </a:lvl4pPr>
            <a:lvl5pPr marL="914400" indent="0" algn="ctr">
              <a:lnSpc>
                <a:spcPct val="100000"/>
              </a:lnSpc>
              <a:buNone/>
              <a:defRPr sz="4800" b="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1BB4E8A-F766-4B4E-BA35-31ABBD66791B}" type="datetime1">
              <a:rPr lang="en-US" smtClean="0"/>
              <a:t>2/19/26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9" name="Rectangle 8">
            <a:extLst>
              <a:ext uri="{FF2B5EF4-FFF2-40B4-BE49-F238E27FC236}">
                <a16:creationId xmlns:a16="http://schemas.microsoft.com/office/drawing/2014/main" id="{D28DBB70-84D2-1F96-C132-E1127669A16F}"/>
              </a:ext>
            </a:extLst>
          </p:cNvPr>
          <p:cNvSpPr/>
          <p:nvPr/>
        </p:nvSpPr>
        <p:spPr>
          <a:xfrm>
            <a:off x="337457" y="351065"/>
            <a:ext cx="11517086" cy="6155871"/>
          </a:xfrm>
          <a:prstGeom prst="rect">
            <a:avLst/>
          </a:prstGeom>
          <a:noFill/>
          <a:ln w="19050">
            <a:solidFill>
              <a:schemeClr val="tx1">
                <a:alpha val="9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213617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71118" y="5097029"/>
            <a:ext cx="9246805" cy="594321"/>
          </a:xfrm>
        </p:spPr>
        <p:txBody>
          <a:bodyPr anchor="ctr">
            <a:normAutofit/>
          </a:bodyPr>
          <a:lstStyle>
            <a:lvl1pP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74077" y="1188719"/>
            <a:ext cx="9243846" cy="3148857"/>
          </a:xfrm>
        </p:spPr>
        <p:txBody>
          <a:bodyPr anchor="t">
            <a:normAutofit/>
          </a:bodyPr>
          <a:lstStyle>
            <a:lvl1pPr marL="164592" indent="-164592">
              <a:lnSpc>
                <a:spcPct val="100000"/>
              </a:lnSpc>
              <a:spcBef>
                <a:spcPts val="0"/>
              </a:spcBef>
              <a:buNone/>
              <a:defRPr sz="400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08ED2632-1039-4FCE-A210-396E8C7520B2}" type="datetime1">
              <a:rPr lang="en-US" smtClean="0"/>
              <a:t>2/19/26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Rectangle 10">
            <a:extLst>
              <a:ext uri="{FF2B5EF4-FFF2-40B4-BE49-F238E27FC236}">
                <a16:creationId xmlns:a16="http://schemas.microsoft.com/office/drawing/2014/main" id="{D0EDF265-9439-7BBC-B79E-33CC94E2DC55}"/>
              </a:ext>
            </a:extLst>
          </p:cNvPr>
          <p:cNvSpPr/>
          <p:nvPr/>
        </p:nvSpPr>
        <p:spPr>
          <a:xfrm>
            <a:off x="1125028" y="4775289"/>
            <a:ext cx="9941944" cy="120772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37F47E6-58A4-FEC6-08F5-85426FD8908C}"/>
              </a:ext>
            </a:extLst>
          </p:cNvPr>
          <p:cNvSpPr/>
          <p:nvPr userDrawn="1"/>
        </p:nvSpPr>
        <p:spPr>
          <a:xfrm>
            <a:off x="1123548" y="869544"/>
            <a:ext cx="9941944" cy="374245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9157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885825" y="5407940"/>
            <a:ext cx="10420350" cy="466344"/>
          </a:xfrm>
        </p:spPr>
        <p:txBody>
          <a:bodyPr anchor="ctr">
            <a:normAutofit/>
          </a:bodyPr>
          <a:lstStyle>
            <a:lvl1pPr algn="ct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85825" y="841248"/>
            <a:ext cx="10420350" cy="3291840"/>
          </a:xfrm>
        </p:spPr>
        <p:txBody>
          <a:bodyPr anchor="ctr">
            <a:normAutofit/>
          </a:bodyPr>
          <a:lstStyle>
            <a:lvl1pPr marL="164592" indent="-164592" algn="ctr">
              <a:lnSpc>
                <a:spcPct val="100000"/>
              </a:lnSpc>
              <a:spcBef>
                <a:spcPts val="0"/>
              </a:spcBef>
              <a:buNone/>
              <a:defRPr sz="400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C506D844-928B-4334-9530-404CD7C81364}" type="datetime1">
              <a:rPr lang="en-US" smtClean="0"/>
              <a:t>2/19/26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8" name="Rectangle 7">
            <a:extLst>
              <a:ext uri="{FF2B5EF4-FFF2-40B4-BE49-F238E27FC236}">
                <a16:creationId xmlns:a16="http://schemas.microsoft.com/office/drawing/2014/main" id="{6EDB8923-0D4C-46A4-1BC9-B4AAB7ABEC11}"/>
              </a:ext>
            </a:extLst>
          </p:cNvPr>
          <p:cNvSpPr/>
          <p:nvPr userDrawn="1"/>
        </p:nvSpPr>
        <p:spPr>
          <a:xfrm>
            <a:off x="337457" y="4775289"/>
            <a:ext cx="11517086" cy="173164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2BA5BE4-3999-E20A-4360-E5F71C4A185E}"/>
              </a:ext>
            </a:extLst>
          </p:cNvPr>
          <p:cNvSpPr/>
          <p:nvPr userDrawn="1"/>
        </p:nvSpPr>
        <p:spPr>
          <a:xfrm>
            <a:off x="337457" y="351066"/>
            <a:ext cx="11517086" cy="425679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504454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986891" y="5669280"/>
            <a:ext cx="8805672" cy="466344"/>
          </a:xfrm>
        </p:spPr>
        <p:txBody>
          <a:bodyPr anchor="ctr">
            <a:normAutofit/>
          </a:bodyPr>
          <a:lstStyle>
            <a:lvl1pP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09498" y="1097280"/>
            <a:ext cx="9198864" cy="3328416"/>
          </a:xfrm>
        </p:spPr>
        <p:txBody>
          <a:bodyPr anchor="ctr">
            <a:normAutofit/>
          </a:bodyPr>
          <a:lstStyle>
            <a:lvl1pPr marL="164592" indent="-164592">
              <a:lnSpc>
                <a:spcPct val="100000"/>
              </a:lnSpc>
              <a:spcBef>
                <a:spcPts val="0"/>
              </a:spcBef>
              <a:buNone/>
              <a:defRPr sz="420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228E703B-AD10-45EB-9C69-399306B4449A}" type="datetime1">
              <a:rPr lang="en-US" smtClean="0"/>
              <a:t>2/19/26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Rectangle 5">
            <a:extLst>
              <a:ext uri="{FF2B5EF4-FFF2-40B4-BE49-F238E27FC236}">
                <a16:creationId xmlns:a16="http://schemas.microsoft.com/office/drawing/2014/main" id="{5AEBA90C-6E3D-2EA7-0292-1F928A070042}"/>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74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4D17117-BBA9-4972-76C2-EAFE70BD1CDA}"/>
              </a:ext>
            </a:extLst>
          </p:cNvPr>
          <p:cNvSpPr>
            <a:spLocks noGrp="1"/>
          </p:cNvSpPr>
          <p:nvPr>
            <p:ph type="title"/>
          </p:nvPr>
        </p:nvSpPr>
        <p:spPr>
          <a:xfrm>
            <a:off x="794656" y="842463"/>
            <a:ext cx="10616184" cy="1133856"/>
          </a:xfrm>
        </p:spPr>
        <p:txBody>
          <a:bodyPr/>
          <a:lstStyle>
            <a:lvl1pPr>
              <a:defRPr/>
            </a:lvl1pPr>
          </a:lstStyle>
          <a:p>
            <a:r>
              <a:rPr lang="en-US"/>
              <a:t>Click to edit Master title style</a:t>
            </a:r>
          </a:p>
        </p:txBody>
      </p:sp>
      <p:sp>
        <p:nvSpPr>
          <p:cNvPr id="4" name="Content Placeholder 3">
            <a:extLst>
              <a:ext uri="{FF2B5EF4-FFF2-40B4-BE49-F238E27FC236}">
                <a16:creationId xmlns:a16="http://schemas.microsoft.com/office/drawing/2014/main" id="{B1EC3D10-12BE-0828-A6FA-C33C4BFCD9C6}"/>
              </a:ext>
            </a:extLst>
          </p:cNvPr>
          <p:cNvSpPr>
            <a:spLocks noGrp="1"/>
          </p:cNvSpPr>
          <p:nvPr>
            <p:ph sz="quarter" idx="15"/>
          </p:nvPr>
        </p:nvSpPr>
        <p:spPr>
          <a:xfrm>
            <a:off x="795338" y="2217738"/>
            <a:ext cx="4872037"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CCA2E261-8EB7-B6E1-F84F-2C8AA00E012F}"/>
              </a:ext>
            </a:extLst>
          </p:cNvPr>
          <p:cNvSpPr>
            <a:spLocks noGrp="1"/>
          </p:cNvSpPr>
          <p:nvPr>
            <p:ph sz="quarter" idx="16"/>
          </p:nvPr>
        </p:nvSpPr>
        <p:spPr>
          <a:xfrm>
            <a:off x="6538803" y="2189669"/>
            <a:ext cx="4872037"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C99F73C-A859-4554-A313-766C75404450}" type="datetime1">
              <a:rPr lang="en-US" smtClean="0"/>
              <a:t>2/19/26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3A4F54CE-D52E-B9AA-434C-FDF3F79B9698}"/>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34318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BCF980F-8A96-8628-DE09-B13E23F3D1A8}"/>
              </a:ext>
            </a:extLst>
          </p:cNvPr>
          <p:cNvSpPr>
            <a:spLocks noGrp="1"/>
          </p:cNvSpPr>
          <p:nvPr>
            <p:ph type="title"/>
          </p:nvPr>
        </p:nvSpPr>
        <p:spPr>
          <a:xfrm>
            <a:off x="794656" y="842464"/>
            <a:ext cx="10613572" cy="822960"/>
          </a:xfrm>
        </p:spPr>
        <p:txBody>
          <a:bodyPr/>
          <a:lstStyle>
            <a:lvl1pPr>
              <a:defRPr/>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94656" y="1737360"/>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752397E2-59D6-9B15-C816-A5E09CBA601E}"/>
              </a:ext>
            </a:extLst>
          </p:cNvPr>
          <p:cNvSpPr>
            <a:spLocks noGrp="1"/>
          </p:cNvSpPr>
          <p:nvPr>
            <p:ph sz="quarter" idx="15"/>
          </p:nvPr>
        </p:nvSpPr>
        <p:spPr>
          <a:xfrm>
            <a:off x="795338" y="2378075"/>
            <a:ext cx="5157787" cy="3636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51012" y="1737360"/>
            <a:ext cx="5157216"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13">
            <a:extLst>
              <a:ext uri="{FF2B5EF4-FFF2-40B4-BE49-F238E27FC236}">
                <a16:creationId xmlns:a16="http://schemas.microsoft.com/office/drawing/2014/main" id="{3E12D3BA-867F-1CF3-4F97-52D6461219E0}"/>
              </a:ext>
            </a:extLst>
          </p:cNvPr>
          <p:cNvSpPr>
            <a:spLocks noGrp="1"/>
          </p:cNvSpPr>
          <p:nvPr>
            <p:ph sz="quarter" idx="16"/>
          </p:nvPr>
        </p:nvSpPr>
        <p:spPr>
          <a:xfrm>
            <a:off x="6251012" y="2378075"/>
            <a:ext cx="5157216" cy="3636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BF64D68B-28A2-4855-B3C1-2440696AF665}" type="datetime1">
              <a:rPr lang="en-US" smtClean="0"/>
              <a:t>2/19/26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4" name="Rectangle 3">
            <a:extLst>
              <a:ext uri="{FF2B5EF4-FFF2-40B4-BE49-F238E27FC236}">
                <a16:creationId xmlns:a16="http://schemas.microsoft.com/office/drawing/2014/main" id="{CB55CCF7-A846-6AC9-BA7F-5289CB5E60B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85602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DF42212-3064-51ED-5F30-52A0C7F61F16}"/>
              </a:ext>
            </a:extLst>
          </p:cNvPr>
          <p:cNvSpPr>
            <a:spLocks noGrp="1"/>
          </p:cNvSpPr>
          <p:nvPr>
            <p:ph type="title"/>
          </p:nvPr>
        </p:nvSpPr>
        <p:spPr>
          <a:xfrm>
            <a:off x="794656" y="842464"/>
            <a:ext cx="10613572" cy="1099457"/>
          </a:xfrm>
        </p:spPr>
        <p:txBody>
          <a:bodyPr/>
          <a:lstStyle>
            <a:lvl1pPr>
              <a:defRPr/>
            </a:lvl1p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69DAC0D-566B-40F6-B3F6-72A0E1EDF8FC}" type="datetime1">
              <a:rPr lang="en-US" smtClean="0"/>
              <a:t>2/19/26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2" name="Rectangle 1">
            <a:extLst>
              <a:ext uri="{FF2B5EF4-FFF2-40B4-BE49-F238E27FC236}">
                <a16:creationId xmlns:a16="http://schemas.microsoft.com/office/drawing/2014/main" id="{889C737F-7905-466F-C06F-F52007DA2F3F}"/>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00336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34F2907-BCBA-412E-9539-603ECFD8F450}" type="datetime1">
              <a:rPr lang="en-US" smtClean="0"/>
              <a:t>2/19/26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Rectangle 5">
            <a:extLst>
              <a:ext uri="{FF2B5EF4-FFF2-40B4-BE49-F238E27FC236}">
                <a16:creationId xmlns:a16="http://schemas.microsoft.com/office/drawing/2014/main" id="{8A90F8C8-2D2A-CF06-5953-711CD27DB9B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04217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95527" y="841248"/>
            <a:ext cx="3614111" cy="175750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95528" y="2794000"/>
            <a:ext cx="3614112" cy="3237592"/>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37736" y="826408"/>
            <a:ext cx="6440258" cy="5205184"/>
          </a:xfr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5DC6EE26-0A88-4974-AF99-F8A1B22A826A}" type="datetime1">
              <a:rPr lang="en-US" smtClean="0"/>
              <a:t>2/19/26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8" name="Rectangle 7">
            <a:extLst>
              <a:ext uri="{FF2B5EF4-FFF2-40B4-BE49-F238E27FC236}">
                <a16:creationId xmlns:a16="http://schemas.microsoft.com/office/drawing/2014/main" id="{5DAB5266-1EFE-EBA4-DA76-9931733DF23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67877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95528" y="841248"/>
            <a:ext cx="3595634" cy="2212313"/>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816059" y="3072019"/>
            <a:ext cx="3585586" cy="2951084"/>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10">
            <a:extLst>
              <a:ext uri="{FF2B5EF4-FFF2-40B4-BE49-F238E27FC236}">
                <a16:creationId xmlns:a16="http://schemas.microsoft.com/office/drawing/2014/main" id="{45E786F4-7682-486A-34C1-04BEC2E2FC43}"/>
              </a:ext>
            </a:extLst>
          </p:cNvPr>
          <p:cNvSpPr>
            <a:spLocks noGrp="1"/>
          </p:cNvSpPr>
          <p:nvPr>
            <p:ph type="pic" sz="quarter" idx="17" hasCustomPrompt="1"/>
          </p:nvPr>
        </p:nvSpPr>
        <p:spPr>
          <a:xfrm>
            <a:off x="5027693" y="351064"/>
            <a:ext cx="6826850" cy="6155870"/>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B9CEA849-C5D8-4949-916D-70A31634CC93}" type="datetime1">
              <a:rPr lang="en-US" smtClean="0"/>
              <a:t>2/19/26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8" name="Rectangle 7">
            <a:extLst>
              <a:ext uri="{FF2B5EF4-FFF2-40B4-BE49-F238E27FC236}">
                <a16:creationId xmlns:a16="http://schemas.microsoft.com/office/drawing/2014/main" id="{C8B15393-78B7-1299-9758-CF580DF4FE4C}"/>
              </a:ext>
            </a:extLst>
          </p:cNvPr>
          <p:cNvSpPr/>
          <p:nvPr/>
        </p:nvSpPr>
        <p:spPr>
          <a:xfrm>
            <a:off x="337457" y="351065"/>
            <a:ext cx="4539531"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018359C-9A26-486B-945E-75252E555425}"/>
              </a:ext>
            </a:extLst>
          </p:cNvPr>
          <p:cNvSpPr/>
          <p:nvPr userDrawn="1"/>
        </p:nvSpPr>
        <p:spPr>
          <a:xfrm>
            <a:off x="5032196" y="351063"/>
            <a:ext cx="6826850"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419091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4464" y="731520"/>
            <a:ext cx="10863072" cy="1901952"/>
          </a:xfrm>
        </p:spPr>
        <p:txBody>
          <a:bodyPr anchor="ctr" anchorCtr="0">
            <a:normAutofit/>
          </a:bodyPr>
          <a:lstStyle>
            <a:lvl1pPr>
              <a:defRPr sz="48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67512" y="3465576"/>
            <a:ext cx="10863072"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1E6060-C53E-4F28-8D83-0C4FB26C4A3F}" type="datetime1">
              <a:rPr lang="en-US" smtClean="0"/>
              <a:t>2/19/26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7218B384-4BC1-E524-57EF-0774C70BAF79}"/>
              </a:ext>
            </a:extLst>
          </p:cNvPr>
          <p:cNvSpPr/>
          <p:nvPr userDrawn="1"/>
        </p:nvSpPr>
        <p:spPr>
          <a:xfrm>
            <a:off x="337457" y="3159582"/>
            <a:ext cx="11517086" cy="334735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B1C7440-F236-F77D-9637-983809E9B84B}"/>
              </a:ext>
            </a:extLst>
          </p:cNvPr>
          <p:cNvSpPr/>
          <p:nvPr userDrawn="1"/>
        </p:nvSpPr>
        <p:spPr>
          <a:xfrm>
            <a:off x="337457" y="351065"/>
            <a:ext cx="11517086" cy="26452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21139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1627318"/>
            <a:ext cx="8430767" cy="1828800"/>
          </a:xfrm>
        </p:spPr>
        <p:txBody>
          <a:bodyPr anchor="b" anchorCtr="0">
            <a:no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67512" y="3622674"/>
            <a:ext cx="8430639" cy="1608008"/>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D3D1E3E-5DD4-4BAD-A138-1254BF94C224}" type="datetime1">
              <a:rPr lang="en-US" smtClean="0"/>
              <a:t>2/19/26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2AE7AAF8-1CC5-AC91-1BB2-212E591F7ADC}"/>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679823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rtl="0">
              <a:defRPr sz="900">
                <a:solidFill>
                  <a:schemeClr val="tx1"/>
                </a:solidFill>
              </a:defRPr>
            </a:lvl1pPr>
          </a:lstStyle>
          <a:p>
            <a:fld id="{CA325475-EA0F-49B2-A586-CC0D8CB91667}" type="datetime1">
              <a:rPr lang="en-US" smtClean="0"/>
              <a:pPr/>
              <a:t>2/19/26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117045" y="6498770"/>
            <a:ext cx="2759743" cy="359229"/>
          </a:xfrm>
          <a:prstGeom prst="rect">
            <a:avLst/>
          </a:prstGeom>
        </p:spPr>
        <p:txBody>
          <a:bodyPr vert="horz" lIns="91440" tIns="45720" rIns="91440" bIns="45720" rtlCol="0" anchor="ctr"/>
          <a:lstStyle>
            <a:lvl1pPr algn="r" rtl="0">
              <a:defRPr sz="90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890446" y="6498770"/>
            <a:ext cx="379443" cy="359229"/>
          </a:xfrm>
          <a:prstGeom prst="rect">
            <a:avLst/>
          </a:prstGeom>
        </p:spPr>
        <p:txBody>
          <a:bodyPr vert="horz" lIns="91440" tIns="45720" rIns="91440" bIns="45720" rtlCol="0" anchor="ctr"/>
          <a:lstStyle>
            <a:lvl1pPr algn="r" rtl="0">
              <a:defRPr sz="900">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177754749"/>
      </p:ext>
    </p:extLst>
  </p:cSld>
  <p:clrMap bg1="dk1" tx1="lt1" bg2="dk2" tx2="lt2" accent1="accent1" accent2="accent2" accent3="accent3" accent4="accent4" accent5="accent5" accent6="accent6" hlink="hlink" folHlink="folHlink"/>
  <p:sldLayoutIdLst>
    <p:sldLayoutId id="2147483883" r:id="rId1"/>
    <p:sldLayoutId id="2147483827" r:id="rId2"/>
    <p:sldLayoutId id="2147483828" r:id="rId3"/>
    <p:sldLayoutId id="2147483829" r:id="rId4"/>
    <p:sldLayoutId id="2147483826" r:id="rId5"/>
    <p:sldLayoutId id="2147483830" r:id="rId6"/>
    <p:sldLayoutId id="2147483831" r:id="rId7"/>
    <p:sldLayoutId id="2147483832" r:id="rId8"/>
    <p:sldLayoutId id="2147483833" r:id="rId9"/>
    <p:sldLayoutId id="2147483835" r:id="rId10"/>
    <p:sldLayoutId id="2147483836" r:id="rId11"/>
    <p:sldLayoutId id="2147483837" r:id="rId12"/>
    <p:sldLayoutId id="2147483838" r:id="rId13"/>
    <p:sldLayoutId id="2147483839" r:id="rId14"/>
    <p:sldLayoutId id="2147483840" r:id="rId15"/>
    <p:sldLayoutId id="2147483841" r:id="rId16"/>
    <p:sldLayoutId id="2147483885" r:id="rId17"/>
    <p:sldLayoutId id="2147483851" r:id="rId18"/>
    <p:sldLayoutId id="2147483852" r:id="rId19"/>
    <p:sldLayoutId id="2147483881" r:id="rId20"/>
    <p:sldLayoutId id="2147483846" r:id="rId21"/>
    <p:sldLayoutId id="2147483847" r:id="rId22"/>
    <p:sldLayoutId id="2147483842" r:id="rId23"/>
    <p:sldLayoutId id="2147483843" r:id="rId24"/>
    <p:sldLayoutId id="2147483882" r:id="rId25"/>
    <p:sldLayoutId id="2147483889" r:id="rId26"/>
    <p:sldLayoutId id="2147483848" r:id="rId27"/>
    <p:sldLayoutId id="2147483849" r:id="rId28"/>
    <p:sldLayoutId id="2147483856" r:id="rId29"/>
    <p:sldLayoutId id="2147483850" r:id="rId30"/>
    <p:sldLayoutId id="2147483890" r:id="rId31"/>
    <p:sldLayoutId id="2147483844" r:id="rId32"/>
    <p:sldLayoutId id="2147483845" r:id="rId33"/>
    <p:sldLayoutId id="2147483857" r:id="rId34"/>
    <p:sldLayoutId id="2147483884" r:id="rId35"/>
    <p:sldLayoutId id="2147483887" r:id="rId36"/>
    <p:sldLayoutId id="2147483859" r:id="rId37"/>
    <p:sldLayoutId id="2147483860" r:id="rId38"/>
    <p:sldLayoutId id="2147483861" r:id="rId39"/>
    <p:sldLayoutId id="2147483862" r:id="rId40"/>
    <p:sldLayoutId id="2147483864" r:id="rId41"/>
    <p:sldLayoutId id="2147483888" r:id="rId42"/>
    <p:sldLayoutId id="2147483865" r:id="rId43"/>
    <p:sldLayoutId id="2147483866" r:id="rId44"/>
    <p:sldLayoutId id="2147483867" r:id="rId45"/>
    <p:sldLayoutId id="2147483868" r:id="rId46"/>
    <p:sldLayoutId id="2147483869" r:id="rId47"/>
    <p:sldLayoutId id="2147483870" r:id="rId48"/>
    <p:sldLayoutId id="2147483871" r:id="rId49"/>
    <p:sldLayoutId id="2147483872" r:id="rId50"/>
    <p:sldLayoutId id="2147483873" r:id="rId51"/>
    <p:sldLayoutId id="2147483944" r:id="rId52"/>
    <p:sldLayoutId id="2147483945" r:id="rId53"/>
  </p:sldLayoutIdLst>
  <p:hf sldNum="0" hdr="0" ftr="0" dt="0"/>
  <p:txStyles>
    <p:titleStyle>
      <a:lvl1pPr algn="l" defTabSz="914400" rtl="0" eaLnBrk="1" latinLnBrk="0" hangingPunct="1">
        <a:lnSpc>
          <a:spcPct val="80000"/>
        </a:lnSpc>
        <a:spcBef>
          <a:spcPct val="0"/>
        </a:spcBef>
        <a:buNone/>
        <a:defRPr sz="4000" b="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E1B43-F444-C787-D9C5-7D1F79C4A8F3}"/>
              </a:ext>
            </a:extLst>
          </p:cNvPr>
          <p:cNvSpPr>
            <a:spLocks noGrp="1"/>
          </p:cNvSpPr>
          <p:nvPr>
            <p:ph type="ctrTitle"/>
          </p:nvPr>
        </p:nvSpPr>
        <p:spPr>
          <a:xfrm>
            <a:off x="7204234" y="829577"/>
            <a:ext cx="4192166" cy="3775213"/>
          </a:xfrm>
        </p:spPr>
        <p:txBody>
          <a:bodyPr anchor="b">
            <a:normAutofit/>
          </a:bodyPr>
          <a:lstStyle/>
          <a:p>
            <a:r>
              <a:rPr lang="en-US"/>
              <a:t>Smart Office Assistant — Project Presentation</a:t>
            </a:r>
          </a:p>
        </p:txBody>
      </p:sp>
      <p:sp>
        <p:nvSpPr>
          <p:cNvPr id="3" name="Subtitle 2">
            <a:extLst>
              <a:ext uri="{FF2B5EF4-FFF2-40B4-BE49-F238E27FC236}">
                <a16:creationId xmlns:a16="http://schemas.microsoft.com/office/drawing/2014/main" id="{73D90513-86DE-4DF7-768D-B4BACF4A52A7}"/>
              </a:ext>
            </a:extLst>
          </p:cNvPr>
          <p:cNvSpPr>
            <a:spLocks noGrp="1"/>
          </p:cNvSpPr>
          <p:nvPr>
            <p:ph type="subTitle" idx="1"/>
          </p:nvPr>
        </p:nvSpPr>
        <p:spPr>
          <a:xfrm>
            <a:off x="7199303" y="4726885"/>
            <a:ext cx="4197096" cy="1316736"/>
          </a:xfrm>
        </p:spPr>
        <p:txBody>
          <a:bodyPr>
            <a:normAutofit/>
          </a:bodyPr>
          <a:lstStyle/>
          <a:p>
            <a:r>
              <a:rPr lang="en-US"/>
              <a:t>Innovative solutions for efficient workplace management</a:t>
            </a:r>
          </a:p>
        </p:txBody>
      </p:sp>
      <p:pic>
        <p:nvPicPr>
          <p:cNvPr id="5" name="Picture Placeholder 4" descr="In home office business scene, freelancer scene with two laptops, blank screens and accessories. blank blackboard, lamp, creative mess. copy space designer template background">
            <a:extLst>
              <a:ext uri="{FF2B5EF4-FFF2-40B4-BE49-F238E27FC236}">
                <a16:creationId xmlns:a16="http://schemas.microsoft.com/office/drawing/2014/main" id="{8CB8506F-CE3C-4897-9696-06A3F8454299}"/>
              </a:ext>
            </a:extLst>
          </p:cNvPr>
          <p:cNvPicPr>
            <a:picLocks noGrp="1" noChangeAspect="1"/>
          </p:cNvPicPr>
          <p:nvPr>
            <p:ph type="pic" sz="quarter" idx="18"/>
          </p:nvPr>
        </p:nvPicPr>
        <p:blipFill>
          <a:blip r:embed="rId3"/>
          <a:srcRect l="19330" r="12329" b="1"/>
          <a:stretch>
            <a:fillRect/>
          </a:stretch>
        </p:blipFill>
        <p:spPr>
          <a:xfrm>
            <a:off x="349375" y="361188"/>
            <a:ext cx="6281928" cy="6135624"/>
          </a:xfrm>
          <a:blipFill>
            <a:blip r:embed="rId4">
              <a:alphaModFix amt="70000"/>
              <a:extLst>
                <a:ext uri="{28A0092B-C50C-407E-A947-70E740481C1C}">
                  <a14:useLocalDpi xmlns:a14="http://schemas.microsoft.com/office/drawing/2010/main" val="0"/>
                </a:ext>
              </a:extLst>
            </a:blip>
            <a:stretch>
              <a:fillRect/>
            </a:stretch>
          </a:blipFill>
        </p:spPr>
      </p:pic>
    </p:spTree>
    <p:extLst>
      <p:ext uri="{BB962C8B-B14F-4D97-AF65-F5344CB8AC3E}">
        <p14:creationId xmlns:p14="http://schemas.microsoft.com/office/powerpoint/2010/main" val="313285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22878-A1D5-4719-72AF-705579D4D180}"/>
              </a:ext>
            </a:extLst>
          </p:cNvPr>
          <p:cNvSpPr>
            <a:spLocks noGrp="1"/>
          </p:cNvSpPr>
          <p:nvPr>
            <p:ph type="title"/>
          </p:nvPr>
        </p:nvSpPr>
        <p:spPr>
          <a:xfrm>
            <a:off x="1474076" y="1359775"/>
            <a:ext cx="7909560" cy="4334256"/>
          </a:xfrm>
        </p:spPr>
        <p:txBody>
          <a:bodyPr anchor="b">
            <a:normAutofit/>
          </a:bodyPr>
          <a:lstStyle/>
          <a:p>
            <a:r>
              <a:rPr lang="en-US"/>
              <a:t>Smart Office Assistant Overview</a:t>
            </a:r>
          </a:p>
        </p:txBody>
      </p:sp>
    </p:spTree>
    <p:extLst>
      <p:ext uri="{BB962C8B-B14F-4D97-AF65-F5344CB8AC3E}">
        <p14:creationId xmlns:p14="http://schemas.microsoft.com/office/powerpoint/2010/main" val="19696280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C3165-8856-6D81-9320-02ECFF25BB63}"/>
              </a:ext>
            </a:extLst>
          </p:cNvPr>
          <p:cNvSpPr>
            <a:spLocks noGrp="1"/>
          </p:cNvSpPr>
          <p:nvPr>
            <p:ph type="title"/>
          </p:nvPr>
        </p:nvSpPr>
        <p:spPr>
          <a:xfrm>
            <a:off x="612648" y="599599"/>
            <a:ext cx="4672584" cy="1453896"/>
          </a:xfrm>
        </p:spPr>
        <p:txBody>
          <a:bodyPr anchor="t">
            <a:normAutofit/>
          </a:bodyPr>
          <a:lstStyle/>
          <a:p>
            <a:r>
              <a:rPr lang="en-US"/>
              <a:t>Title Slide Summary</a:t>
            </a:r>
          </a:p>
        </p:txBody>
      </p:sp>
      <p:pic>
        <p:nvPicPr>
          <p:cNvPr id="5" name="Content Placeholder 4" descr="Shot of graphs on a monitor inside a boardroom">
            <a:extLst>
              <a:ext uri="{FF2B5EF4-FFF2-40B4-BE49-F238E27FC236}">
                <a16:creationId xmlns:a16="http://schemas.microsoft.com/office/drawing/2014/main" id="{AA93BF28-89E9-4755-AFC8-9DCF5E214887}"/>
              </a:ext>
            </a:extLst>
          </p:cNvPr>
          <p:cNvPicPr>
            <a:picLocks noGrp="1" noChangeAspect="1"/>
          </p:cNvPicPr>
          <p:nvPr>
            <p:ph type="pic" sz="quarter" idx="15"/>
          </p:nvPr>
        </p:nvPicPr>
        <p:blipFill>
          <a:blip r:embed="rId3"/>
          <a:srcRect l="15100"/>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54179657-C063-0318-92F1-D8A17D08459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vert="horz" lIns="91440" tIns="45720" rIns="91440" bIns="45720" rtlCol="0" anchor="t">
            <a:normAutofit/>
          </a:bodyPr>
          <a:lstStyle/>
          <a:p>
            <a:pPr marL="0" indent="0">
              <a:spcBef>
                <a:spcPts val="2500"/>
              </a:spcBef>
              <a:buNone/>
            </a:pPr>
            <a:r>
              <a:rPr lang="en-US" sz="1800" b="1"/>
              <a:t>Project Introduction</a:t>
            </a:r>
          </a:p>
          <a:p>
            <a:pPr marL="0" lvl="1" indent="0">
              <a:buFont typeface="Arial" panose="020B0604020202020204" pitchFamily="34" charset="0"/>
              <a:buNone/>
            </a:pPr>
            <a:r>
              <a:t>The slide introduces the Smart Office Assistant focusing on intelligent automation for productivity enhancement.</a:t>
            </a:r>
            <a:endParaRPr lang="en-US"/>
          </a:p>
          <a:p>
            <a:pPr marL="0" indent="0">
              <a:spcBef>
                <a:spcPts val="2500"/>
              </a:spcBef>
              <a:buFont typeface="Arial" panose="020B0604020202020204" pitchFamily="34" charset="0"/>
              <a:buNone/>
            </a:pPr>
            <a:r>
              <a:rPr lang="en-US" sz="1800" b="1"/>
              <a:t>Scope and Features</a:t>
            </a:r>
          </a:p>
          <a:p>
            <a:pPr marL="0" lvl="1" indent="0">
              <a:buFont typeface="Arial" panose="020B0604020202020204" pitchFamily="34" charset="0"/>
              <a:buNone/>
            </a:pPr>
            <a:r>
              <a:t>Highlights requirements, architecture, and core functions like meeting management and automated transcription.</a:t>
            </a:r>
            <a:endParaRPr lang="en-US"/>
          </a:p>
          <a:p>
            <a:pPr marL="0" indent="0">
              <a:spcBef>
                <a:spcPts val="2500"/>
              </a:spcBef>
              <a:buFont typeface="Arial" panose="020B0604020202020204" pitchFamily="34" charset="0"/>
              <a:buNone/>
            </a:pPr>
            <a:r>
              <a:rPr lang="en-US" sz="1800" b="1"/>
              <a:t>Professional Design</a:t>
            </a:r>
          </a:p>
          <a:p>
            <a:pPr marL="0" lvl="1" indent="0">
              <a:buFont typeface="Arial" panose="020B0604020202020204" pitchFamily="34" charset="0"/>
              <a:buNone/>
            </a:pPr>
            <a:r>
              <a:t>Uses a clean corporate theme and widescreen layout compatible with modern display systems.</a:t>
            </a:r>
            <a:endParaRPr lang="en-US"/>
          </a:p>
          <a:p>
            <a:pPr marL="0" indent="0">
              <a:spcBef>
                <a:spcPts val="2500"/>
              </a:spcBef>
              <a:buFont typeface="Arial" panose="020B0604020202020204" pitchFamily="34" charset="0"/>
              <a:buNone/>
            </a:pPr>
            <a:r>
              <a:rPr lang="en-US" sz="1800" b="1"/>
              <a:t>Audience Orientation</a:t>
            </a:r>
          </a:p>
          <a:p>
            <a:pPr marL="0" lvl="1" indent="0">
              <a:buFont typeface="Arial" panose="020B0604020202020204" pitchFamily="34" charset="0"/>
              <a:buNone/>
            </a:pPr>
            <a:r>
              <a:t>Sets expectations for a structured presentation guiding stakeholders from concept to technical details.</a:t>
            </a:r>
            <a:endParaRPr lang="en-US"/>
          </a:p>
        </p:txBody>
      </p:sp>
    </p:spTree>
    <p:extLst>
      <p:ext uri="{BB962C8B-B14F-4D97-AF65-F5344CB8AC3E}">
        <p14:creationId xmlns:p14="http://schemas.microsoft.com/office/powerpoint/2010/main" val="10763766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403E7-495D-D949-1218-75C425092C97}"/>
              </a:ext>
            </a:extLst>
          </p:cNvPr>
          <p:cNvSpPr>
            <a:spLocks noGrp="1"/>
          </p:cNvSpPr>
          <p:nvPr>
            <p:ph type="title"/>
          </p:nvPr>
        </p:nvSpPr>
        <p:spPr>
          <a:xfrm>
            <a:off x="1474076" y="1359775"/>
            <a:ext cx="7909560" cy="4334256"/>
          </a:xfrm>
        </p:spPr>
        <p:txBody>
          <a:bodyPr anchor="b">
            <a:normAutofit/>
          </a:bodyPr>
          <a:lstStyle/>
          <a:p>
            <a:r>
              <a:rPr lang="en-US"/>
              <a:t>Presentation Roadmap</a:t>
            </a:r>
          </a:p>
        </p:txBody>
      </p:sp>
    </p:spTree>
    <p:extLst>
      <p:ext uri="{BB962C8B-B14F-4D97-AF65-F5344CB8AC3E}">
        <p14:creationId xmlns:p14="http://schemas.microsoft.com/office/powerpoint/2010/main" val="37370685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BE128-0FE9-5EE3-48A7-5F1F8F5DD339}"/>
              </a:ext>
            </a:extLst>
          </p:cNvPr>
          <p:cNvSpPr>
            <a:spLocks noGrp="1"/>
          </p:cNvSpPr>
          <p:nvPr>
            <p:ph type="title"/>
          </p:nvPr>
        </p:nvSpPr>
        <p:spPr>
          <a:xfrm>
            <a:off x="612648" y="599599"/>
            <a:ext cx="4672584" cy="1453896"/>
          </a:xfrm>
        </p:spPr>
        <p:txBody>
          <a:bodyPr anchor="t">
            <a:normAutofit/>
          </a:bodyPr>
          <a:lstStyle/>
          <a:p>
            <a:r>
              <a:rPr lang="en-US"/>
              <a:t>Agenda Breakdown</a:t>
            </a:r>
          </a:p>
        </p:txBody>
      </p:sp>
      <p:pic>
        <p:nvPicPr>
          <p:cNvPr id="5" name="Content Placeholder 4" descr="Female drawing flow chart">
            <a:extLst>
              <a:ext uri="{FF2B5EF4-FFF2-40B4-BE49-F238E27FC236}">
                <a16:creationId xmlns:a16="http://schemas.microsoft.com/office/drawing/2014/main" id="{1B91A068-AD16-4B09-81A1-4176ED39BF5B}"/>
              </a:ext>
            </a:extLst>
          </p:cNvPr>
          <p:cNvPicPr>
            <a:picLocks noGrp="1" noChangeAspect="1"/>
          </p:cNvPicPr>
          <p:nvPr>
            <p:ph type="pic" sz="quarter" idx="15"/>
          </p:nvPr>
        </p:nvPicPr>
        <p:blipFill>
          <a:blip r:embed="rId3"/>
          <a:srcRect l="6163" r="10527" b="1"/>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530538D4-A245-0EC4-204D-A22F18E47D1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sz="1800" b="1"/>
              <a:t>Project Overview Introduction</a:t>
            </a:r>
          </a:p>
          <a:p>
            <a:pPr marL="0" lvl="1" indent="0">
              <a:buFont typeface="Arial" panose="020B0604020202020204" pitchFamily="34" charset="0"/>
              <a:buNone/>
            </a:pPr>
            <a:r>
              <a:t>Start with a high-level overview to establish context and introduce system purpose clearly.</a:t>
            </a:r>
            <a:endParaRPr lang="en-US"/>
          </a:p>
          <a:p>
            <a:pPr marL="0" indent="0">
              <a:spcBef>
                <a:spcPts val="2500"/>
              </a:spcBef>
              <a:buFont typeface="Arial" panose="020B0604020202020204" pitchFamily="34" charset="0"/>
              <a:buNone/>
            </a:pPr>
            <a:r>
              <a:rPr lang="en-US" sz="1800" b="1"/>
              <a:t>Detailed Requirements</a:t>
            </a:r>
          </a:p>
          <a:p>
            <a:pPr marL="0" lvl="1" indent="0">
              <a:buFont typeface="Arial" panose="020B0604020202020204" pitchFamily="34" charset="0"/>
              <a:buNone/>
            </a:pPr>
            <a:r>
              <a:t>Outline functional and technical needs shaping solution development and defining system boundaries.</a:t>
            </a:r>
            <a:endParaRPr lang="en-US"/>
          </a:p>
          <a:p>
            <a:pPr marL="0" indent="0">
              <a:spcBef>
                <a:spcPts val="2500"/>
              </a:spcBef>
              <a:buFont typeface="Arial" panose="020B0604020202020204" pitchFamily="34" charset="0"/>
              <a:buNone/>
            </a:pPr>
            <a:r>
              <a:rPr lang="en-US" sz="1800" b="1"/>
              <a:t>Implemented Functionality</a:t>
            </a:r>
          </a:p>
          <a:p>
            <a:pPr marL="0" lvl="1" indent="0">
              <a:buFont typeface="Arial" panose="020B0604020202020204" pitchFamily="34" charset="0"/>
              <a:buNone/>
            </a:pPr>
            <a:r>
              <a:t>Highlight features transformed from requirements into working components for stakeholder clarity.</a:t>
            </a:r>
            <a:endParaRPr lang="en-US"/>
          </a:p>
          <a:p>
            <a:pPr marL="0" indent="0">
              <a:spcBef>
                <a:spcPts val="2500"/>
              </a:spcBef>
              <a:buFont typeface="Arial" panose="020B0604020202020204" pitchFamily="34" charset="0"/>
              <a:buNone/>
            </a:pPr>
            <a:r>
              <a:rPr lang="en-US" sz="1800" b="1"/>
              <a:t>Technical Architecture &amp; Sequence</a:t>
            </a:r>
          </a:p>
          <a:p>
            <a:pPr marL="0" lvl="1" indent="0">
              <a:buFont typeface="Arial" panose="020B0604020202020204" pitchFamily="34" charset="0"/>
              <a:buNone/>
            </a:pPr>
            <a:r>
              <a:t>Explain module interactions and sequence diagrams illustrating system workflows and API communication.</a:t>
            </a:r>
          </a:p>
          <a:p>
            <a:pPr marL="0" lvl="1" indent="0">
              <a:buNone/>
            </a:pPr>
            <a:endParaRPr lang="en-US" sz="1800" b="1"/>
          </a:p>
          <a:p>
            <a:pPr marL="0" lvl="1" indent="0">
              <a:buNone/>
            </a:pPr>
            <a:r>
              <a:rPr lang="en-US" sz="1800" b="1"/>
              <a:t>Live Demo + Q&amp;A</a:t>
            </a:r>
            <a:br>
              <a:rPr lang="en-US" sz="1100" b="1">
                <a:latin typeface="Segoe UI"/>
                <a:cs typeface="Segoe UI"/>
              </a:rPr>
            </a:br>
            <a:r>
              <a:rPr lang="en-US"/>
              <a:t>See the assistant in action; wrap with questions and next steps.</a:t>
            </a:r>
          </a:p>
          <a:p>
            <a:pPr marL="0" lvl="1" indent="0">
              <a:buNone/>
            </a:pPr>
            <a:endParaRPr lang="en-US"/>
          </a:p>
        </p:txBody>
      </p:sp>
    </p:spTree>
    <p:extLst>
      <p:ext uri="{BB962C8B-B14F-4D97-AF65-F5344CB8AC3E}">
        <p14:creationId xmlns:p14="http://schemas.microsoft.com/office/powerpoint/2010/main" val="35521383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323B4-7FE2-F3F5-85F6-D116DE1AB39C}"/>
              </a:ext>
            </a:extLst>
          </p:cNvPr>
          <p:cNvSpPr>
            <a:spLocks noGrp="1"/>
          </p:cNvSpPr>
          <p:nvPr>
            <p:ph type="title"/>
          </p:nvPr>
        </p:nvSpPr>
        <p:spPr>
          <a:xfrm>
            <a:off x="1474076" y="1359775"/>
            <a:ext cx="7909560" cy="4334256"/>
          </a:xfrm>
        </p:spPr>
        <p:txBody>
          <a:bodyPr anchor="b">
            <a:normAutofit/>
          </a:bodyPr>
          <a:lstStyle/>
          <a:p>
            <a:r>
              <a:rPr lang="en-US"/>
              <a:t>System Requirements</a:t>
            </a:r>
          </a:p>
        </p:txBody>
      </p:sp>
    </p:spTree>
    <p:extLst>
      <p:ext uri="{BB962C8B-B14F-4D97-AF65-F5344CB8AC3E}">
        <p14:creationId xmlns:p14="http://schemas.microsoft.com/office/powerpoint/2010/main" val="24930404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1C54C-F169-D31D-7FA5-BEE413E7B55A}"/>
              </a:ext>
            </a:extLst>
          </p:cNvPr>
          <p:cNvSpPr>
            <a:spLocks noGrp="1"/>
          </p:cNvSpPr>
          <p:nvPr>
            <p:ph type="title"/>
          </p:nvPr>
        </p:nvSpPr>
        <p:spPr>
          <a:xfrm>
            <a:off x="612648" y="599599"/>
            <a:ext cx="4672584" cy="1453896"/>
          </a:xfrm>
        </p:spPr>
        <p:txBody>
          <a:bodyPr anchor="t">
            <a:normAutofit/>
          </a:bodyPr>
          <a:lstStyle/>
          <a:p>
            <a:r>
              <a:rPr lang="en-US"/>
              <a:t>Meeting Scheduling &amp; Management Requirements</a:t>
            </a:r>
          </a:p>
        </p:txBody>
      </p:sp>
      <p:pic>
        <p:nvPicPr>
          <p:cNvPr id="5" name="Content Placeholder 4" descr="Internet communications digital concept people icon on binary data code background">
            <a:extLst>
              <a:ext uri="{FF2B5EF4-FFF2-40B4-BE49-F238E27FC236}">
                <a16:creationId xmlns:a16="http://schemas.microsoft.com/office/drawing/2014/main" id="{B12FC0E0-414A-4189-A798-500BE6823594}"/>
              </a:ext>
            </a:extLst>
          </p:cNvPr>
          <p:cNvPicPr>
            <a:picLocks noGrp="1" noChangeAspect="1"/>
          </p:cNvPicPr>
          <p:nvPr>
            <p:ph type="pic" sz="quarter" idx="15"/>
          </p:nvPr>
        </p:nvPicPr>
        <p:blipFill>
          <a:blip r:embed="rId3"/>
          <a:srcRect l="4607" r="3" b="3"/>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7AB5EFC1-FEF5-082A-F61A-2BA534CBC9B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sz="1800" b="1"/>
              <a:t>Natural-Language Scheduling</a:t>
            </a:r>
          </a:p>
          <a:p>
            <a:pPr marL="0" lvl="1" indent="0">
              <a:buFont typeface="Arial" panose="020B0604020202020204" pitchFamily="34" charset="0"/>
              <a:buNone/>
            </a:pPr>
            <a:r>
              <a:t>System parses natural-language requests with entity resolution and temporal parsing for accurate scheduling.</a:t>
            </a:r>
            <a:endParaRPr lang="en-US"/>
          </a:p>
          <a:p>
            <a:pPr marL="0" indent="0">
              <a:spcBef>
                <a:spcPts val="2500"/>
              </a:spcBef>
              <a:buFont typeface="Arial" panose="020B0604020202020204" pitchFamily="34" charset="0"/>
              <a:buNone/>
            </a:pPr>
            <a:r>
              <a:rPr lang="en-US" sz="1800" b="1"/>
              <a:t>Address</a:t>
            </a:r>
            <a:r>
              <a:rPr lang="en-US" b="1"/>
              <a:t> </a:t>
            </a:r>
            <a:r>
              <a:rPr lang="en-US" sz="1800" b="1"/>
              <a:t>Book</a:t>
            </a:r>
            <a:r>
              <a:rPr lang="en-US" b="1"/>
              <a:t> </a:t>
            </a:r>
            <a:r>
              <a:rPr lang="en-US" sz="1800" b="1"/>
              <a:t>Integration</a:t>
            </a:r>
          </a:p>
          <a:p>
            <a:pPr marL="0" lvl="1" indent="0">
              <a:buFont typeface="Arial" panose="020B0604020202020204" pitchFamily="34" charset="0"/>
              <a:buNone/>
            </a:pPr>
            <a:r>
              <a:t>References structured databases to identify correct participants by names, roles, and departments with disambiguation.</a:t>
            </a:r>
            <a:endParaRPr lang="en-US"/>
          </a:p>
          <a:p>
            <a:pPr marL="0" indent="0">
              <a:spcBef>
                <a:spcPts val="2500"/>
              </a:spcBef>
              <a:buFont typeface="Arial" panose="020B0604020202020204" pitchFamily="34" charset="0"/>
              <a:buNone/>
            </a:pPr>
            <a:r>
              <a:rPr lang="en-US" sz="1800" b="1"/>
              <a:t>Calendar</a:t>
            </a:r>
            <a:r>
              <a:rPr lang="en-US" b="1"/>
              <a:t> </a:t>
            </a:r>
            <a:r>
              <a:rPr lang="en-US" sz="1800" b="1"/>
              <a:t>API</a:t>
            </a:r>
            <a:r>
              <a:rPr lang="en-US" b="1"/>
              <a:t> </a:t>
            </a:r>
            <a:r>
              <a:rPr lang="en-US" sz="1800" b="1"/>
              <a:t>Integration</a:t>
            </a:r>
          </a:p>
          <a:p>
            <a:pPr marL="0" lvl="1" indent="0">
              <a:buFont typeface="Arial" panose="020B0604020202020204" pitchFamily="34" charset="0"/>
              <a:buNone/>
            </a:pPr>
            <a:r>
              <a:t>Integrates with calendar API to generate invitations, updates, and manage event lifecycle including cancellations and edits.</a:t>
            </a:r>
            <a:endParaRPr lang="en-US"/>
          </a:p>
          <a:p>
            <a:pPr marL="0" indent="0">
              <a:spcBef>
                <a:spcPts val="2500"/>
              </a:spcBef>
              <a:buFont typeface="Arial" panose="020B0604020202020204" pitchFamily="34" charset="0"/>
              <a:buNone/>
            </a:pPr>
            <a:r>
              <a:rPr lang="en-US" sz="1800" b="1"/>
              <a:t>Meeting</a:t>
            </a:r>
            <a:r>
              <a:rPr lang="en-US" b="1"/>
              <a:t> </a:t>
            </a:r>
            <a:r>
              <a:rPr lang="en-US" sz="1800" b="1"/>
              <a:t>Documentation &amp; MoM</a:t>
            </a:r>
          </a:p>
          <a:p>
            <a:pPr marL="0" lvl="1" indent="0">
              <a:buFont typeface="Arial" panose="020B0604020202020204" pitchFamily="34" charset="0"/>
              <a:buNone/>
            </a:pPr>
            <a:r>
              <a:t>Supports recording uploads, speech-to-text transcription, key insights extraction, and generates structured meeting minutes.</a:t>
            </a:r>
            <a:endParaRPr lang="en-US"/>
          </a:p>
        </p:txBody>
      </p:sp>
    </p:spTree>
    <p:extLst>
      <p:ext uri="{BB962C8B-B14F-4D97-AF65-F5344CB8AC3E}">
        <p14:creationId xmlns:p14="http://schemas.microsoft.com/office/powerpoint/2010/main" val="40623691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B4B48-DC2F-82AD-9CC8-9542431319DD}"/>
              </a:ext>
            </a:extLst>
          </p:cNvPr>
          <p:cNvSpPr>
            <a:spLocks noGrp="1"/>
          </p:cNvSpPr>
          <p:nvPr>
            <p:ph type="title"/>
          </p:nvPr>
        </p:nvSpPr>
        <p:spPr>
          <a:xfrm>
            <a:off x="612648" y="599599"/>
            <a:ext cx="4672584" cy="1453896"/>
          </a:xfrm>
        </p:spPr>
        <p:txBody>
          <a:bodyPr anchor="t">
            <a:normAutofit/>
          </a:bodyPr>
          <a:lstStyle/>
          <a:p>
            <a:r>
              <a:rPr lang="en-US"/>
              <a:t>Meeting Documentation Requirements</a:t>
            </a:r>
          </a:p>
        </p:txBody>
      </p:sp>
      <p:pic>
        <p:nvPicPr>
          <p:cNvPr id="5" name="Content Placeholder 4" descr="Close-up of a human hand using futuristic user interface on metaverse">
            <a:extLst>
              <a:ext uri="{FF2B5EF4-FFF2-40B4-BE49-F238E27FC236}">
                <a16:creationId xmlns:a16="http://schemas.microsoft.com/office/drawing/2014/main" id="{C636D0FC-4F89-48B9-922A-3F31707D0B0B}"/>
              </a:ext>
            </a:extLst>
          </p:cNvPr>
          <p:cNvPicPr>
            <a:picLocks noGrp="1" noChangeAspect="1"/>
          </p:cNvPicPr>
          <p:nvPr>
            <p:ph type="pic" sz="quarter" idx="15"/>
          </p:nvPr>
        </p:nvPicPr>
        <p:blipFill>
          <a:blip r:embed="rId3"/>
          <a:srcRect r="15100"/>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434A0B29-CADD-F609-F33D-257CAD87AA4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sz="1800" b="1"/>
              <a:t>Transcription and Upload</a:t>
            </a:r>
          </a:p>
          <a:p>
            <a:pPr marL="0" lvl="1" indent="0">
              <a:buFont typeface="Arial" panose="020B0604020202020204" pitchFamily="34" charset="0"/>
              <a:buNone/>
            </a:pPr>
            <a:r>
              <a:t>Users can upload audio or video files for accurate speech-to-text transcription of meeting content.</a:t>
            </a:r>
            <a:endParaRPr lang="en-US"/>
          </a:p>
          <a:p>
            <a:pPr marL="0" indent="0">
              <a:spcBef>
                <a:spcPts val="2500"/>
              </a:spcBef>
              <a:buFont typeface="Arial" panose="020B0604020202020204" pitchFamily="34" charset="0"/>
              <a:buNone/>
            </a:pPr>
            <a:r>
              <a:rPr lang="en-US" sz="1800" b="1"/>
              <a:t>Structured Meeting Summaries</a:t>
            </a:r>
          </a:p>
          <a:p>
            <a:pPr marL="0" lvl="1" indent="0">
              <a:buFont typeface="Arial" panose="020B0604020202020204" pitchFamily="34" charset="0"/>
              <a:buNone/>
            </a:pPr>
            <a:r>
              <a:t>Raw transcripts are intelligently summarized into organized Minutes of Meeting with key decisions and responsibilities.</a:t>
            </a:r>
            <a:endParaRPr lang="en-US"/>
          </a:p>
          <a:p>
            <a:pPr marL="0" indent="0">
              <a:spcBef>
                <a:spcPts val="2500"/>
              </a:spcBef>
              <a:buFont typeface="Arial" panose="020B0604020202020204" pitchFamily="34" charset="0"/>
              <a:buNone/>
            </a:pPr>
            <a:r>
              <a:rPr lang="en-US" sz="1800" b="1"/>
              <a:t>Action Item Detection</a:t>
            </a:r>
          </a:p>
          <a:p>
            <a:pPr marL="0" lvl="1" indent="0">
              <a:buFont typeface="Arial" panose="020B0604020202020204" pitchFamily="34" charset="0"/>
              <a:buNone/>
            </a:pPr>
            <a:r>
              <a:t>Automated detection links tasks to individual owners based on participant references in transcripts.</a:t>
            </a:r>
            <a:endParaRPr lang="en-US"/>
          </a:p>
          <a:p>
            <a:pPr marL="0" indent="0">
              <a:spcBef>
                <a:spcPts val="2500"/>
              </a:spcBef>
              <a:buFont typeface="Arial" panose="020B0604020202020204" pitchFamily="34" charset="0"/>
              <a:buNone/>
            </a:pPr>
            <a:r>
              <a:rPr lang="en-US" sz="1800" b="1"/>
              <a:t>Searchable Archive and Formats</a:t>
            </a:r>
          </a:p>
          <a:p>
            <a:pPr marL="0" lvl="1" indent="0">
              <a:buFont typeface="Arial" panose="020B0604020202020204" pitchFamily="34" charset="0"/>
              <a:buNone/>
            </a:pPr>
            <a:r>
              <a:t>Past meeting minutes are stored in a searchable archive and downloadable markdown format for easy retrieval.</a:t>
            </a:r>
            <a:endParaRPr lang="en-US"/>
          </a:p>
        </p:txBody>
      </p:sp>
    </p:spTree>
    <p:extLst>
      <p:ext uri="{BB962C8B-B14F-4D97-AF65-F5344CB8AC3E}">
        <p14:creationId xmlns:p14="http://schemas.microsoft.com/office/powerpoint/2010/main" val="17424972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7C6E-B502-357D-5780-6B9AAD2A3465}"/>
              </a:ext>
            </a:extLst>
          </p:cNvPr>
          <p:cNvSpPr>
            <a:spLocks noGrp="1"/>
          </p:cNvSpPr>
          <p:nvPr>
            <p:ph type="title"/>
          </p:nvPr>
        </p:nvSpPr>
        <p:spPr>
          <a:xfrm>
            <a:off x="612648" y="599599"/>
            <a:ext cx="4672584" cy="1453896"/>
          </a:xfrm>
        </p:spPr>
        <p:txBody>
          <a:bodyPr anchor="t">
            <a:normAutofit/>
          </a:bodyPr>
          <a:lstStyle/>
          <a:p>
            <a:r>
              <a:rPr lang="en-US"/>
              <a:t>Communication Requirements</a:t>
            </a:r>
          </a:p>
        </p:txBody>
      </p:sp>
      <p:pic>
        <p:nvPicPr>
          <p:cNvPr id="5" name="Content Placeholder 4" descr="Woman using laptop with communication icon set,">
            <a:extLst>
              <a:ext uri="{FF2B5EF4-FFF2-40B4-BE49-F238E27FC236}">
                <a16:creationId xmlns:a16="http://schemas.microsoft.com/office/drawing/2014/main" id="{659D6C39-FD86-45E3-8324-4C98CC211DF1}"/>
              </a:ext>
            </a:extLst>
          </p:cNvPr>
          <p:cNvPicPr>
            <a:picLocks noGrp="1" noChangeAspect="1"/>
          </p:cNvPicPr>
          <p:nvPr>
            <p:ph type="pic" sz="quarter" idx="15"/>
          </p:nvPr>
        </p:nvPicPr>
        <p:blipFill>
          <a:blip r:embed="rId3"/>
          <a:srcRect t="14763" r="1" b="9761"/>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8C78C0B9-3D9F-59C3-C792-0AEB20F8550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sz="1800" b="1"/>
              <a:t>Multimodal Interaction</a:t>
            </a:r>
          </a:p>
          <a:p>
            <a:pPr marL="0" lvl="1" indent="0">
              <a:buFont typeface="Arial" panose="020B0604020202020204" pitchFamily="34" charset="0"/>
              <a:buNone/>
            </a:pPr>
            <a:r>
              <a:t>Supports both text and voice input for flexibility and accessibility across devices and user preferences.</a:t>
            </a:r>
            <a:endParaRPr lang="en-US"/>
          </a:p>
          <a:p>
            <a:pPr marL="0" indent="0">
              <a:spcBef>
                <a:spcPts val="2500"/>
              </a:spcBef>
              <a:buFont typeface="Arial" panose="020B0604020202020204" pitchFamily="34" charset="0"/>
              <a:buNone/>
            </a:pPr>
            <a:r>
              <a:rPr lang="en-US" sz="1800" b="1"/>
              <a:t>Audio Summaries and TTS</a:t>
            </a:r>
          </a:p>
          <a:p>
            <a:pPr marL="0" lvl="1" indent="0">
              <a:buFont typeface="Arial" panose="020B0604020202020204" pitchFamily="34" charset="0"/>
              <a:buNone/>
            </a:pPr>
            <a:r>
              <a:t>Generates text-to-speech audio summaries for hands-free review and improved engagement with auditory updates.</a:t>
            </a:r>
            <a:endParaRPr lang="en-US"/>
          </a:p>
          <a:p>
            <a:pPr marL="0" indent="0">
              <a:spcBef>
                <a:spcPts val="2500"/>
              </a:spcBef>
              <a:buFont typeface="Arial" panose="020B0604020202020204" pitchFamily="34" charset="0"/>
              <a:buNone/>
            </a:pPr>
            <a:r>
              <a:rPr lang="en-US" sz="1800" b="1"/>
              <a:t>Structured Formal Communication</a:t>
            </a:r>
          </a:p>
          <a:p>
            <a:pPr marL="0" lvl="1" indent="0">
              <a:buFont typeface="Arial" panose="020B0604020202020204" pitchFamily="34" charset="0"/>
              <a:buNone/>
            </a:pPr>
            <a:r>
              <a:t>Sends HTML formatted Minutes of Meeting emails with embedded audio links for professionalism and easy access.</a:t>
            </a:r>
            <a:endParaRPr lang="en-US"/>
          </a:p>
          <a:p>
            <a:pPr marL="0" indent="0">
              <a:spcBef>
                <a:spcPts val="2500"/>
              </a:spcBef>
              <a:buFont typeface="Arial" panose="020B0604020202020204" pitchFamily="34" charset="0"/>
              <a:buNone/>
            </a:pPr>
            <a:r>
              <a:rPr lang="en-US" sz="1800" b="1"/>
              <a:t>Reliable Delivery and Error Handling</a:t>
            </a:r>
          </a:p>
          <a:p>
            <a:pPr marL="0" lvl="1" indent="0">
              <a:buFont typeface="Arial" panose="020B0604020202020204" pitchFamily="34" charset="0"/>
              <a:buNone/>
            </a:pPr>
            <a:r>
              <a:t>Includes SMTP integration for message delivery, authentication, error handling, and fallback notifications.</a:t>
            </a:r>
            <a:endParaRPr lang="en-US"/>
          </a:p>
        </p:txBody>
      </p:sp>
    </p:spTree>
    <p:extLst>
      <p:ext uri="{BB962C8B-B14F-4D97-AF65-F5344CB8AC3E}">
        <p14:creationId xmlns:p14="http://schemas.microsoft.com/office/powerpoint/2010/main" val="37032398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3EC2C-87B2-1BD2-6453-62079D1D5B7D}"/>
              </a:ext>
            </a:extLst>
          </p:cNvPr>
          <p:cNvSpPr>
            <a:spLocks noGrp="1"/>
          </p:cNvSpPr>
          <p:nvPr>
            <p:ph type="title"/>
          </p:nvPr>
        </p:nvSpPr>
        <p:spPr>
          <a:xfrm>
            <a:off x="1474076" y="1359775"/>
            <a:ext cx="7909560" cy="4334256"/>
          </a:xfrm>
        </p:spPr>
        <p:txBody>
          <a:bodyPr anchor="b">
            <a:normAutofit/>
          </a:bodyPr>
          <a:lstStyle/>
          <a:p>
            <a:r>
              <a:rPr lang="en-US"/>
              <a:t>Implemented Functionality</a:t>
            </a:r>
          </a:p>
        </p:txBody>
      </p:sp>
    </p:spTree>
    <p:extLst>
      <p:ext uri="{BB962C8B-B14F-4D97-AF65-F5344CB8AC3E}">
        <p14:creationId xmlns:p14="http://schemas.microsoft.com/office/powerpoint/2010/main" val="39373779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68C39-C3D2-699B-FF41-69B5341F3986}"/>
              </a:ext>
            </a:extLst>
          </p:cNvPr>
          <p:cNvSpPr>
            <a:spLocks noGrp="1"/>
          </p:cNvSpPr>
          <p:nvPr>
            <p:ph type="title"/>
          </p:nvPr>
        </p:nvSpPr>
        <p:spPr>
          <a:xfrm>
            <a:off x="612648" y="599599"/>
            <a:ext cx="4672584" cy="1453896"/>
          </a:xfrm>
        </p:spPr>
        <p:txBody>
          <a:bodyPr anchor="t">
            <a:normAutofit/>
          </a:bodyPr>
          <a:lstStyle/>
          <a:p>
            <a:r>
              <a:rPr lang="en-US"/>
              <a:t>Meeting Scheduling Functionality</a:t>
            </a:r>
          </a:p>
        </p:txBody>
      </p:sp>
      <p:pic>
        <p:nvPicPr>
          <p:cNvPr id="5" name="Content Placeholder 4" descr="March 2021 calendar on laptop">
            <a:extLst>
              <a:ext uri="{FF2B5EF4-FFF2-40B4-BE49-F238E27FC236}">
                <a16:creationId xmlns:a16="http://schemas.microsoft.com/office/drawing/2014/main" id="{51F64380-E4EE-4106-870A-18ED4A793638}"/>
              </a:ext>
            </a:extLst>
          </p:cNvPr>
          <p:cNvPicPr>
            <a:picLocks noGrp="1" noChangeAspect="1"/>
          </p:cNvPicPr>
          <p:nvPr>
            <p:ph type="pic" sz="quarter" idx="15"/>
          </p:nvPr>
        </p:nvPicPr>
        <p:blipFill>
          <a:blip r:embed="rId3"/>
          <a:srcRect l="5512" r="7047" b="2"/>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9CEE3B24-5CE0-8E9B-190D-292CF91234F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sz="1800" b="1"/>
              <a:t>Natural Language Scheduling</a:t>
            </a:r>
          </a:p>
          <a:p>
            <a:pPr marL="0" lvl="1" indent="0">
              <a:buFont typeface="Arial" panose="020B0604020202020204" pitchFamily="34" charset="0"/>
              <a:buNone/>
            </a:pPr>
            <a:r>
              <a:t>Users can schedule meetings conversationally using natural language, with the system interpreting intent and resolving ambiguities.</a:t>
            </a:r>
            <a:endParaRPr lang="en-US"/>
          </a:p>
          <a:p>
            <a:pPr marL="0" indent="0">
              <a:spcBef>
                <a:spcPts val="2500"/>
              </a:spcBef>
              <a:buFont typeface="Arial" panose="020B0604020202020204" pitchFamily="34" charset="0"/>
              <a:buNone/>
            </a:pPr>
            <a:r>
              <a:rPr lang="en-US" sz="1800" b="1"/>
              <a:t>Temporal Reasoning &amp; Parsing</a:t>
            </a:r>
          </a:p>
          <a:p>
            <a:pPr marL="0" lvl="1" indent="0">
              <a:buFont typeface="Arial" panose="020B0604020202020204" pitchFamily="34" charset="0"/>
              <a:buNone/>
            </a:pPr>
            <a:r>
              <a:t>The system accurately parses relative dates and times like 'this Friday' using advanced temporal reasoning.</a:t>
            </a:r>
            <a:endParaRPr lang="en-US"/>
          </a:p>
          <a:p>
            <a:pPr marL="0" indent="0">
              <a:spcBef>
                <a:spcPts val="2500"/>
              </a:spcBef>
              <a:buFont typeface="Arial" panose="020B0604020202020204" pitchFamily="34" charset="0"/>
              <a:buNone/>
            </a:pPr>
            <a:r>
              <a:rPr lang="en-US" sz="1800" b="1"/>
              <a:t>Participant Resolution &amp; Availability</a:t>
            </a:r>
          </a:p>
          <a:p>
            <a:pPr marL="0" lvl="1" indent="0">
              <a:buFont typeface="Arial" panose="020B0604020202020204" pitchFamily="34" charset="0"/>
              <a:buNone/>
            </a:pPr>
            <a:r>
              <a:t>Accurate matching of participants and departments ensures correct attendee selection, with automatic first-available-slot scheduling.</a:t>
            </a:r>
            <a:endParaRPr lang="en-US"/>
          </a:p>
          <a:p>
            <a:pPr marL="0" indent="0">
              <a:spcBef>
                <a:spcPts val="2500"/>
              </a:spcBef>
              <a:buFont typeface="Arial" panose="020B0604020202020204" pitchFamily="34" charset="0"/>
              <a:buNone/>
            </a:pPr>
            <a:r>
              <a:rPr lang="en-US" sz="1800" b="1"/>
              <a:t>Calendar Integration &amp; Workflow</a:t>
            </a:r>
          </a:p>
          <a:p>
            <a:pPr marL="0" lvl="1" indent="0">
              <a:buFont typeface="Arial" panose="020B0604020202020204" pitchFamily="34" charset="0"/>
              <a:buNone/>
            </a:pPr>
            <a:r>
              <a:t>Integration with calendar APIs supports event creation, modification, cancellation, and meeting thread continuity.</a:t>
            </a:r>
            <a:endParaRPr lang="en-US"/>
          </a:p>
        </p:txBody>
      </p:sp>
    </p:spTree>
    <p:extLst>
      <p:ext uri="{BB962C8B-B14F-4D97-AF65-F5344CB8AC3E}">
        <p14:creationId xmlns:p14="http://schemas.microsoft.com/office/powerpoint/2010/main" val="6747663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359A3-2DB1-24AA-6224-B1725D0C9754}"/>
              </a:ext>
            </a:extLst>
          </p:cNvPr>
          <p:cNvSpPr>
            <a:spLocks noGrp="1"/>
          </p:cNvSpPr>
          <p:nvPr>
            <p:ph type="title"/>
          </p:nvPr>
        </p:nvSpPr>
        <p:spPr>
          <a:xfrm>
            <a:off x="612648" y="599599"/>
            <a:ext cx="4672584" cy="1453896"/>
          </a:xfrm>
        </p:spPr>
        <p:txBody>
          <a:bodyPr anchor="t">
            <a:normAutofit/>
          </a:bodyPr>
          <a:lstStyle/>
          <a:p>
            <a:r>
              <a:rPr lang="en-US"/>
              <a:t>Address Book Functionality</a:t>
            </a:r>
          </a:p>
        </p:txBody>
      </p:sp>
      <p:pic>
        <p:nvPicPr>
          <p:cNvPr id="5" name="Content Placeholder 4" descr="People Search">
            <a:extLst>
              <a:ext uri="{FF2B5EF4-FFF2-40B4-BE49-F238E27FC236}">
                <a16:creationId xmlns:a16="http://schemas.microsoft.com/office/drawing/2014/main" id="{DF086272-91A1-45D1-8391-348B6C2E5ADB}"/>
              </a:ext>
            </a:extLst>
          </p:cNvPr>
          <p:cNvPicPr>
            <a:picLocks noGrp="1" noChangeAspect="1"/>
          </p:cNvPicPr>
          <p:nvPr>
            <p:ph type="pic" sz="quarter" idx="15"/>
          </p:nvPr>
        </p:nvPicPr>
        <p:blipFill>
          <a:blip r:embed="rId3"/>
          <a:srcRect l="15100"/>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A73C5EA2-FCA3-149D-AB4D-CAC40CDE5D1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sz="1800" b="1"/>
              <a:t>Persistent JSON Storage</a:t>
            </a:r>
          </a:p>
          <a:p>
            <a:pPr marL="0" lvl="1" indent="0">
              <a:buFont typeface="Arial" panose="020B0604020202020204" pitchFamily="34" charset="0"/>
              <a:buNone/>
            </a:pPr>
            <a:r>
              <a:t>The address book uses a JSON-based storage model for flexible and lightweight contact management.</a:t>
            </a:r>
            <a:endParaRPr lang="en-US"/>
          </a:p>
          <a:p>
            <a:pPr marL="0" indent="0">
              <a:spcBef>
                <a:spcPts val="2500"/>
              </a:spcBef>
              <a:buFont typeface="Arial" panose="020B0604020202020204" pitchFamily="34" charset="0"/>
              <a:buNone/>
            </a:pPr>
            <a:r>
              <a:rPr lang="en-US" sz="1800" b="1"/>
              <a:t>CRUD Operations</a:t>
            </a:r>
          </a:p>
          <a:p>
            <a:pPr marL="0" lvl="1" indent="0">
              <a:buFont typeface="Arial" panose="020B0604020202020204" pitchFamily="34" charset="0"/>
              <a:buNone/>
            </a:pPr>
            <a:r>
              <a:t>Users can create, read, update, and delete contacts to adapt to organizational changes seamlessly.</a:t>
            </a:r>
            <a:endParaRPr lang="en-US"/>
          </a:p>
          <a:p>
            <a:pPr marL="0" indent="0">
              <a:spcBef>
                <a:spcPts val="2500"/>
              </a:spcBef>
              <a:buFont typeface="Arial" panose="020B0604020202020204" pitchFamily="34" charset="0"/>
              <a:buNone/>
            </a:pPr>
            <a:r>
              <a:rPr lang="en-US" sz="1800" b="1"/>
              <a:t>Advanced Search and Grouping</a:t>
            </a:r>
          </a:p>
          <a:p>
            <a:pPr marL="0" lvl="1" indent="0">
              <a:buFont typeface="Arial" panose="020B0604020202020204" pitchFamily="34" charset="0"/>
              <a:buNone/>
            </a:pPr>
            <a:r>
              <a:t>Search by name, role, email, or department and group contacts by department for quick access.</a:t>
            </a:r>
            <a:endParaRPr lang="en-US"/>
          </a:p>
          <a:p>
            <a:pPr marL="0" indent="0">
              <a:spcBef>
                <a:spcPts val="2500"/>
              </a:spcBef>
              <a:buFont typeface="Arial" panose="020B0604020202020204" pitchFamily="34" charset="0"/>
              <a:buNone/>
            </a:pPr>
            <a:r>
              <a:rPr lang="en-US" sz="1800" b="1"/>
              <a:t>Integration and Context Understanding</a:t>
            </a:r>
          </a:p>
          <a:p>
            <a:pPr marL="0" lvl="1" indent="0">
              <a:buFont typeface="Arial" panose="020B0604020202020204" pitchFamily="34" charset="0"/>
              <a:buNone/>
            </a:pPr>
            <a:r>
              <a:t>The address book supports meeting scheduling and action assignments with accurate participant context.</a:t>
            </a:r>
            <a:endParaRPr lang="en-US"/>
          </a:p>
        </p:txBody>
      </p:sp>
    </p:spTree>
    <p:extLst>
      <p:ext uri="{BB962C8B-B14F-4D97-AF65-F5344CB8AC3E}">
        <p14:creationId xmlns:p14="http://schemas.microsoft.com/office/powerpoint/2010/main" val="13084700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5D7EF-880D-A2D6-BB7D-67D62FBD3B42}"/>
              </a:ext>
            </a:extLst>
          </p:cNvPr>
          <p:cNvSpPr>
            <a:spLocks noGrp="1"/>
          </p:cNvSpPr>
          <p:nvPr>
            <p:ph type="title"/>
          </p:nvPr>
        </p:nvSpPr>
        <p:spPr>
          <a:xfrm>
            <a:off x="612648" y="599599"/>
            <a:ext cx="4672584" cy="1453896"/>
          </a:xfrm>
        </p:spPr>
        <p:txBody>
          <a:bodyPr anchor="t">
            <a:normAutofit/>
          </a:bodyPr>
          <a:lstStyle/>
          <a:p>
            <a:r>
              <a:rPr lang="en-US"/>
              <a:t>Meeting Documentation Functionality</a:t>
            </a:r>
          </a:p>
        </p:txBody>
      </p:sp>
      <p:pic>
        <p:nvPicPr>
          <p:cNvPr id="5" name="Content Placeholder 4" descr="3D illustration.">
            <a:extLst>
              <a:ext uri="{FF2B5EF4-FFF2-40B4-BE49-F238E27FC236}">
                <a16:creationId xmlns:a16="http://schemas.microsoft.com/office/drawing/2014/main" id="{486FEAB5-00B9-4D63-9BB1-4B56A0DDE448}"/>
              </a:ext>
            </a:extLst>
          </p:cNvPr>
          <p:cNvPicPr>
            <a:picLocks noGrp="1" noChangeAspect="1"/>
          </p:cNvPicPr>
          <p:nvPr>
            <p:ph type="pic" sz="quarter" idx="15"/>
          </p:nvPr>
        </p:nvPicPr>
        <p:blipFill>
          <a:blip r:embed="rId3"/>
          <a:srcRect r="4610" b="3"/>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0676947A-7C29-2688-2F1C-1486F3067FE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sz="1800" b="1"/>
              <a:t>Audio and Video Upload</a:t>
            </a:r>
          </a:p>
          <a:p>
            <a:pPr marL="0" lvl="1" indent="0">
              <a:buFont typeface="Arial" panose="020B0604020202020204" pitchFamily="34" charset="0"/>
              <a:buNone/>
            </a:pPr>
            <a:r>
              <a:t>Users can upload audio or video recordings up to 25 MB for transcription using the Whisper engine.</a:t>
            </a:r>
            <a:endParaRPr lang="en-US"/>
          </a:p>
          <a:p>
            <a:pPr marL="0" indent="0">
              <a:spcBef>
                <a:spcPts val="2500"/>
              </a:spcBef>
              <a:buFont typeface="Arial" panose="020B0604020202020204" pitchFamily="34" charset="0"/>
              <a:buNone/>
            </a:pPr>
            <a:r>
              <a:rPr lang="en-US" sz="1800" b="1"/>
              <a:t>Automated Minutes Generation</a:t>
            </a:r>
          </a:p>
          <a:p>
            <a:pPr marL="0" lvl="1" indent="0">
              <a:buFont typeface="Arial" panose="020B0604020202020204" pitchFamily="34" charset="0"/>
              <a:buNone/>
            </a:pPr>
            <a:r>
              <a:t>The system creates structured meeting minutes with summaries, discussion points, decisions, and action items automatically.</a:t>
            </a:r>
            <a:endParaRPr lang="en-US"/>
          </a:p>
          <a:p>
            <a:pPr marL="0" indent="0">
              <a:spcBef>
                <a:spcPts val="2500"/>
              </a:spcBef>
              <a:buFont typeface="Arial" panose="020B0604020202020204" pitchFamily="34" charset="0"/>
              <a:buNone/>
            </a:pPr>
            <a:r>
              <a:rPr lang="en-US" sz="1800" b="1"/>
              <a:t>Context-Aware Action Assignment</a:t>
            </a:r>
          </a:p>
          <a:p>
            <a:pPr marL="0" lvl="1" indent="0">
              <a:buFont typeface="Arial" panose="020B0604020202020204" pitchFamily="34" charset="0"/>
              <a:buNone/>
            </a:pPr>
            <a:r>
              <a:t>Action items are assigned to correct individuals using address book references detected in transcripts.</a:t>
            </a:r>
            <a:endParaRPr lang="en-US"/>
          </a:p>
          <a:p>
            <a:pPr marL="0" indent="0">
              <a:spcBef>
                <a:spcPts val="2500"/>
              </a:spcBef>
              <a:buFont typeface="Arial" panose="020B0604020202020204" pitchFamily="34" charset="0"/>
              <a:buNone/>
            </a:pPr>
            <a:r>
              <a:rPr lang="en-US" sz="1800" b="1"/>
              <a:t>Searchable Archival and Export</a:t>
            </a:r>
          </a:p>
          <a:p>
            <a:pPr marL="0" lvl="1" indent="0">
              <a:buFont typeface="Arial" panose="020B0604020202020204" pitchFamily="34" charset="0"/>
              <a:buNone/>
            </a:pPr>
            <a:r>
              <a:t>All meeting minutes are archived in searchable formats and can be exported as markdown or transcript-only files.</a:t>
            </a:r>
            <a:endParaRPr lang="en-US"/>
          </a:p>
        </p:txBody>
      </p:sp>
    </p:spTree>
    <p:extLst>
      <p:ext uri="{BB962C8B-B14F-4D97-AF65-F5344CB8AC3E}">
        <p14:creationId xmlns:p14="http://schemas.microsoft.com/office/powerpoint/2010/main" val="27713954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2B1C1-2804-4C41-EB73-AC9D117030F6}"/>
              </a:ext>
            </a:extLst>
          </p:cNvPr>
          <p:cNvSpPr>
            <a:spLocks noGrp="1"/>
          </p:cNvSpPr>
          <p:nvPr>
            <p:ph type="title"/>
          </p:nvPr>
        </p:nvSpPr>
        <p:spPr>
          <a:xfrm>
            <a:off x="612648" y="599599"/>
            <a:ext cx="4672584" cy="1453896"/>
          </a:xfrm>
        </p:spPr>
        <p:txBody>
          <a:bodyPr anchor="t">
            <a:normAutofit/>
          </a:bodyPr>
          <a:lstStyle/>
          <a:p>
            <a:r>
              <a:rPr lang="en-US"/>
              <a:t>Communication Functionality</a:t>
            </a:r>
          </a:p>
        </p:txBody>
      </p:sp>
      <p:pic>
        <p:nvPicPr>
          <p:cNvPr id="5" name="Content Placeholder 4" descr="laptop computer and message symbol on screen">
            <a:extLst>
              <a:ext uri="{FF2B5EF4-FFF2-40B4-BE49-F238E27FC236}">
                <a16:creationId xmlns:a16="http://schemas.microsoft.com/office/drawing/2014/main" id="{2C8DD7C8-3DFD-4AF6-9515-A8BF0216DA40}"/>
              </a:ext>
            </a:extLst>
          </p:cNvPr>
          <p:cNvPicPr>
            <a:picLocks noGrp="1" noChangeAspect="1"/>
          </p:cNvPicPr>
          <p:nvPr>
            <p:ph type="pic" sz="quarter" idx="15"/>
          </p:nvPr>
        </p:nvPicPr>
        <p:blipFill>
          <a:blip r:embed="rId3"/>
          <a:srcRect l="15100"/>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91E18B68-B8FA-F3DF-33F5-69306F1CDE3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sz="1800" b="1"/>
              <a:t>Multimodal User Inputs</a:t>
            </a:r>
          </a:p>
          <a:p>
            <a:pPr marL="0" lvl="1" indent="0">
              <a:buFont typeface="Arial" panose="020B0604020202020204" pitchFamily="34" charset="0"/>
              <a:buNone/>
            </a:pPr>
            <a:r>
              <a:t>The system supports chat and voice inputs, offering flexible and accessible communication methods for users.</a:t>
            </a:r>
            <a:endParaRPr lang="en-US"/>
          </a:p>
          <a:p>
            <a:pPr marL="0" indent="0">
              <a:spcBef>
                <a:spcPts val="2500"/>
              </a:spcBef>
              <a:buFont typeface="Arial" panose="020B0604020202020204" pitchFamily="34" charset="0"/>
              <a:buNone/>
            </a:pPr>
            <a:r>
              <a:rPr lang="en-US" sz="1800" b="1"/>
              <a:t>Audio Summaries and TTS</a:t>
            </a:r>
          </a:p>
          <a:p>
            <a:pPr marL="0" lvl="1" indent="0">
              <a:buFont typeface="Arial" panose="020B0604020202020204" pitchFamily="34" charset="0"/>
              <a:buNone/>
            </a:pPr>
            <a:r>
              <a:t>Generates text-to-speech audio summaries of meetings, allowing users to listen to key points efficiently.</a:t>
            </a:r>
            <a:endParaRPr lang="en-US"/>
          </a:p>
          <a:p>
            <a:pPr marL="0" indent="0">
              <a:spcBef>
                <a:spcPts val="2500"/>
              </a:spcBef>
              <a:buFont typeface="Arial" panose="020B0604020202020204" pitchFamily="34" charset="0"/>
              <a:buNone/>
            </a:pPr>
            <a:r>
              <a:rPr lang="en-US" sz="1800" b="1"/>
              <a:t>Email Integration and Delivery</a:t>
            </a:r>
          </a:p>
          <a:p>
            <a:pPr marL="0" lvl="1" indent="0">
              <a:buFont typeface="Arial" panose="020B0604020202020204" pitchFamily="34" charset="0"/>
              <a:buNone/>
            </a:pPr>
            <a:r>
              <a:t>HTML-formatted meeting minutes are sent via SMTP, compatible with Gmail and enterprise workflows.</a:t>
            </a:r>
            <a:endParaRPr lang="en-US"/>
          </a:p>
          <a:p>
            <a:pPr marL="0" indent="0">
              <a:spcBef>
                <a:spcPts val="2500"/>
              </a:spcBef>
              <a:buFont typeface="Arial" panose="020B0604020202020204" pitchFamily="34" charset="0"/>
              <a:buNone/>
            </a:pPr>
            <a:r>
              <a:rPr lang="en-US" sz="1800" b="1"/>
              <a:t>Error Handling and Feedback</a:t>
            </a:r>
          </a:p>
          <a:p>
            <a:pPr marL="0" lvl="1" indent="0">
              <a:buFont typeface="Arial" panose="020B0604020202020204" pitchFamily="34" charset="0"/>
              <a:buNone/>
            </a:pPr>
            <a:r>
              <a:t>Robust error handling ensures reliable delivery and provides user feedback when communication issues occur.</a:t>
            </a:r>
            <a:endParaRPr lang="en-US"/>
          </a:p>
        </p:txBody>
      </p:sp>
    </p:spTree>
    <p:extLst>
      <p:ext uri="{BB962C8B-B14F-4D97-AF65-F5344CB8AC3E}">
        <p14:creationId xmlns:p14="http://schemas.microsoft.com/office/powerpoint/2010/main" val="37622830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DB761-1902-699F-FE37-3EA8EB1AC2B3}"/>
              </a:ext>
            </a:extLst>
          </p:cNvPr>
          <p:cNvSpPr>
            <a:spLocks noGrp="1"/>
          </p:cNvSpPr>
          <p:nvPr>
            <p:ph type="title"/>
          </p:nvPr>
        </p:nvSpPr>
        <p:spPr>
          <a:xfrm>
            <a:off x="1474076" y="1359775"/>
            <a:ext cx="7909560" cy="4334256"/>
          </a:xfrm>
        </p:spPr>
        <p:txBody>
          <a:bodyPr anchor="b">
            <a:normAutofit/>
          </a:bodyPr>
          <a:lstStyle/>
          <a:p>
            <a:r>
              <a:rPr lang="en-US"/>
              <a:t>System Architecture</a:t>
            </a:r>
          </a:p>
        </p:txBody>
      </p:sp>
    </p:spTree>
    <p:extLst>
      <p:ext uri="{BB962C8B-B14F-4D97-AF65-F5344CB8AC3E}">
        <p14:creationId xmlns:p14="http://schemas.microsoft.com/office/powerpoint/2010/main" val="11420584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DB23F-A876-5837-AE09-DB47E3FA625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A8C79A0-E3D6-C65C-ED90-E1A8691C9FC4}"/>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3232805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FEB5B-D69D-1427-A278-88A961D720DE}"/>
              </a:ext>
            </a:extLst>
          </p:cNvPr>
          <p:cNvSpPr>
            <a:spLocks noGrp="1"/>
          </p:cNvSpPr>
          <p:nvPr>
            <p:ph type="title"/>
          </p:nvPr>
        </p:nvSpPr>
        <p:spPr>
          <a:xfrm>
            <a:off x="612648" y="599599"/>
            <a:ext cx="4672584" cy="1453896"/>
          </a:xfrm>
        </p:spPr>
        <p:txBody>
          <a:bodyPr anchor="t">
            <a:normAutofit/>
          </a:bodyPr>
          <a:lstStyle/>
          <a:p>
            <a:r>
              <a:rPr lang="en-US"/>
              <a:t>Technical Architecture Overview</a:t>
            </a:r>
          </a:p>
        </p:txBody>
      </p:sp>
      <p:pic>
        <p:nvPicPr>
          <p:cNvPr id="5" name="Content Placeholder 4" descr="Glowing data metaphor. Moving on a mother board">
            <a:extLst>
              <a:ext uri="{FF2B5EF4-FFF2-40B4-BE49-F238E27FC236}">
                <a16:creationId xmlns:a16="http://schemas.microsoft.com/office/drawing/2014/main" id="{0F593E46-B80F-4CA1-A64E-2A4A054DCB2A}"/>
              </a:ext>
            </a:extLst>
          </p:cNvPr>
          <p:cNvPicPr>
            <a:picLocks noGrp="1" noChangeAspect="1"/>
          </p:cNvPicPr>
          <p:nvPr>
            <p:ph type="pic" sz="quarter" idx="15"/>
          </p:nvPr>
        </p:nvPicPr>
        <p:blipFill>
          <a:blip r:embed="rId3"/>
          <a:srcRect l="15239" r="13216" b="1"/>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6BDCA5AA-18B3-AF43-DFA2-D0E4D2A4F3E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sz="1800" b="1"/>
              <a:t>Modular Frontend Interface</a:t>
            </a:r>
          </a:p>
          <a:p>
            <a:pPr marL="0" lvl="1" indent="0">
              <a:buFont typeface="Arial" panose="020B0604020202020204" pitchFamily="34" charset="0"/>
              <a:buNone/>
            </a:pPr>
            <a:r>
              <a:rPr err="1"/>
              <a:t>Streamlit</a:t>
            </a:r>
            <a:r>
              <a:t> frontend provides a lightweight, multi-page interactive interface for scheduling and configuration management.</a:t>
            </a:r>
            <a:endParaRPr lang="en-US"/>
          </a:p>
          <a:p>
            <a:pPr marL="0" indent="0">
              <a:spcBef>
                <a:spcPts val="2500"/>
              </a:spcBef>
              <a:buFont typeface="Arial" panose="020B0604020202020204" pitchFamily="34" charset="0"/>
              <a:buNone/>
            </a:pPr>
            <a:r>
              <a:rPr lang="en-US" sz="1800" b="1"/>
              <a:t>Intelligent Backend Processing</a:t>
            </a:r>
          </a:p>
          <a:p>
            <a:pPr marL="0" lvl="1" indent="0">
              <a:buFont typeface="Arial" panose="020B0604020202020204" pitchFamily="34" charset="0"/>
              <a:buNone/>
            </a:pPr>
            <a:r>
              <a:t>GPT-powered NLU engine handles intent detection, entity extraction, and contextual reasoning for natural language commands.</a:t>
            </a:r>
            <a:endParaRPr lang="en-US"/>
          </a:p>
          <a:p>
            <a:pPr marL="0" indent="0">
              <a:spcBef>
                <a:spcPts val="2500"/>
              </a:spcBef>
              <a:buFont typeface="Arial" panose="020B0604020202020204" pitchFamily="34" charset="0"/>
              <a:buNone/>
            </a:pPr>
            <a:r>
              <a:rPr lang="en-US" sz="1800" b="1"/>
              <a:t>Meeting and Communication Services</a:t>
            </a:r>
          </a:p>
          <a:p>
            <a:pPr marL="0" lvl="1" indent="0">
              <a:buFont typeface="Arial" panose="020B0604020202020204" pitchFamily="34" charset="0"/>
              <a:buNone/>
            </a:pPr>
            <a:r>
              <a:t>State machine Meeting Manager controls meeting events; communication via text-to-speech and email delivery ensures smooth workflows.</a:t>
            </a:r>
            <a:endParaRPr lang="en-US"/>
          </a:p>
          <a:p>
            <a:pPr marL="0" indent="0">
              <a:spcBef>
                <a:spcPts val="2500"/>
              </a:spcBef>
              <a:buFont typeface="Arial" panose="020B0604020202020204" pitchFamily="34" charset="0"/>
              <a:buNone/>
            </a:pPr>
            <a:r>
              <a:rPr lang="en-US" sz="1800" b="1"/>
              <a:t>External API Integrations</a:t>
            </a:r>
          </a:p>
          <a:p>
            <a:pPr marL="0" lvl="1" indent="0">
              <a:buFont typeface="Arial" panose="020B0604020202020204" pitchFamily="34" charset="0"/>
              <a:buNone/>
            </a:pPr>
            <a:r>
              <a:t>Integration with OpenAI, Google Calendar, and SMTP services enables scalability and supports future enhancements.</a:t>
            </a:r>
            <a:endParaRPr lang="en-US"/>
          </a:p>
        </p:txBody>
      </p:sp>
    </p:spTree>
    <p:extLst>
      <p:ext uri="{BB962C8B-B14F-4D97-AF65-F5344CB8AC3E}">
        <p14:creationId xmlns:p14="http://schemas.microsoft.com/office/powerpoint/2010/main" val="10540168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lassical academia">
  <a:themeElements>
    <a:clrScheme name="Classical Academia">
      <a:dk1>
        <a:srgbClr val="47292D"/>
      </a:dk1>
      <a:lt1>
        <a:srgbClr val="DFD1C2"/>
      </a:lt1>
      <a:dk2>
        <a:srgbClr val="000000"/>
      </a:dk2>
      <a:lt2>
        <a:srgbClr val="FEFFFF"/>
      </a:lt2>
      <a:accent1>
        <a:srgbClr val="223343"/>
      </a:accent1>
      <a:accent2>
        <a:srgbClr val="5E332F"/>
      </a:accent2>
      <a:accent3>
        <a:srgbClr val="8194A8"/>
      </a:accent3>
      <a:accent4>
        <a:srgbClr val="621E13"/>
      </a:accent4>
      <a:accent5>
        <a:srgbClr val="5F7653"/>
      </a:accent5>
      <a:accent6>
        <a:srgbClr val="B5A093"/>
      </a:accent6>
      <a:hlink>
        <a:srgbClr val="B75A48"/>
      </a:hlink>
      <a:folHlink>
        <a:srgbClr val="0089A1"/>
      </a:folHlink>
    </a:clrScheme>
    <a:fontScheme name="Custom 10">
      <a:majorFont>
        <a:latin typeface="Playfair Display"/>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lassical academia_Copilot Layouts_win32_EF_v9" id="{3BB5C372-D498-4A01-A843-C767419E0779}" vid="{BC5E8C9F-4F06-4C16-ABEB-D596FCDF26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2BAF2CE-2C32-498E-B467-6C60C376794B}">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2185BFC-6E97-4C88-9034-F2A7ED1C005E}">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81A4212-02C6-475D-B332-DC5017D04534}">
  <ds:schemaRefs>
    <ds:schemaRef ds:uri="http://schemas.microsoft.com/sharepoint/v3/contenttype/forms"/>
  </ds:schemaRefs>
</ds:datastoreItem>
</file>

<file path=docMetadata/LabelInfo.xml><?xml version="1.0" encoding="utf-8"?>
<clbl:labelList xmlns:clbl="http://schemas.microsoft.com/office/2020/mipLabelMetadata">
  <clbl:label id="{09e08a61-09f6-4c5f-81cc-e15b331ff36a}" enabled="1" method="Standard" siteId="{7123dabd-0e87-4da9-9cb9-b7ec82011aad}" removed="0"/>
</clbl:labelList>
</file>

<file path=docProps/app.xml><?xml version="1.0" encoding="utf-8"?>
<Properties xmlns="http://schemas.openxmlformats.org/officeDocument/2006/extended-properties" xmlns:vt="http://schemas.openxmlformats.org/officeDocument/2006/docPropsVTypes">
  <Template/>
  <TotalTime>0</TotalTime>
  <Words>3137</Words>
  <Application>Microsoft Macintosh PowerPoint</Application>
  <PresentationFormat>Widescreen</PresentationFormat>
  <Paragraphs>131</Paragraphs>
  <Slides>17</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Playfair Display</vt:lpstr>
      <vt:lpstr>Raleway</vt:lpstr>
      <vt:lpstr>Segoe UI</vt:lpstr>
      <vt:lpstr>Classical academia</vt:lpstr>
      <vt:lpstr>Smart Office Assistant — Project Presentation</vt:lpstr>
      <vt:lpstr>Smart Office Assistant Overview</vt:lpstr>
      <vt:lpstr>Title Slide Summary</vt:lpstr>
      <vt:lpstr>Presentation Roadmap</vt:lpstr>
      <vt:lpstr>Agenda Breakdown</vt:lpstr>
      <vt:lpstr>System Requirements</vt:lpstr>
      <vt:lpstr>Meeting Scheduling &amp; Management Requirements</vt:lpstr>
      <vt:lpstr>Meeting Documentation Requirements</vt:lpstr>
      <vt:lpstr>Communication Requirements</vt:lpstr>
      <vt:lpstr>Implemented Functionality</vt:lpstr>
      <vt:lpstr>Meeting Scheduling Functionality</vt:lpstr>
      <vt:lpstr>Address Book Functionality</vt:lpstr>
      <vt:lpstr>Meeting Documentation Functionality</vt:lpstr>
      <vt:lpstr>Communication Functionality</vt:lpstr>
      <vt:lpstr>System Architecture</vt:lpstr>
      <vt:lpstr>PowerPoint Presentation</vt:lpstr>
      <vt:lpstr>Technical Architecture Overview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Nitin Sood</cp:lastModifiedBy>
  <cp:revision>1</cp:revision>
  <dcterms:created xsi:type="dcterms:W3CDTF">2024-06-26T20:20:27Z</dcterms:created>
  <dcterms:modified xsi:type="dcterms:W3CDTF">2026-02-20T01:24:03Z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